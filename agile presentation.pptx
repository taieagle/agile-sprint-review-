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5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B988BC-6DAA-49BF-9F11-856A7CAA6194}" v="57" dt="2025-08-17T19:18:44.5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iendly Eagle" userId="ef8032d15aa2bf6c" providerId="LiveId" clId="{52B988BC-6DAA-49BF-9F11-856A7CAA6194}"/>
    <pc:docChg chg="undo custSel addSld modSld">
      <pc:chgData name="Friendly Eagle" userId="ef8032d15aa2bf6c" providerId="LiveId" clId="{52B988BC-6DAA-49BF-9F11-856A7CAA6194}" dt="2025-08-17T19:19:54.832" v="4231" actId="20577"/>
      <pc:docMkLst>
        <pc:docMk/>
      </pc:docMkLst>
      <pc:sldChg chg="modSp mod">
        <pc:chgData name="Friendly Eagle" userId="ef8032d15aa2bf6c" providerId="LiveId" clId="{52B988BC-6DAA-49BF-9F11-856A7CAA6194}" dt="2025-08-13T17:57:24.816" v="10" actId="20577"/>
        <pc:sldMkLst>
          <pc:docMk/>
          <pc:sldMk cId="2496176047" sldId="256"/>
        </pc:sldMkLst>
        <pc:spChg chg="mod">
          <ac:chgData name="Friendly Eagle" userId="ef8032d15aa2bf6c" providerId="LiveId" clId="{52B988BC-6DAA-49BF-9F11-856A7CAA6194}" dt="2025-08-13T17:57:24.816" v="10" actId="20577"/>
          <ac:spMkLst>
            <pc:docMk/>
            <pc:sldMk cId="2496176047" sldId="256"/>
            <ac:spMk id="3" creationId="{574CB534-8AD0-1596-5F3E-4D0BD714FD06}"/>
          </ac:spMkLst>
        </pc:spChg>
      </pc:sldChg>
      <pc:sldChg chg="addSp modSp mod">
        <pc:chgData name="Friendly Eagle" userId="ef8032d15aa2bf6c" providerId="LiveId" clId="{52B988BC-6DAA-49BF-9F11-856A7CAA6194}" dt="2025-08-17T19:11:52.791" v="3447" actId="1076"/>
        <pc:sldMkLst>
          <pc:docMk/>
          <pc:sldMk cId="2332192464" sldId="257"/>
        </pc:sldMkLst>
        <pc:spChg chg="add mod">
          <ac:chgData name="Friendly Eagle" userId="ef8032d15aa2bf6c" providerId="LiveId" clId="{52B988BC-6DAA-49BF-9F11-856A7CAA6194}" dt="2025-08-17T16:47:09.943" v="2908" actId="20577"/>
          <ac:spMkLst>
            <pc:docMk/>
            <pc:sldMk cId="2332192464" sldId="257"/>
            <ac:spMk id="3" creationId="{877F8B7C-02FF-EFDC-4BFE-1A71B7BEB7CA}"/>
          </ac:spMkLst>
        </pc:spChg>
        <pc:spChg chg="add mod">
          <ac:chgData name="Friendly Eagle" userId="ef8032d15aa2bf6c" providerId="LiveId" clId="{52B988BC-6DAA-49BF-9F11-856A7CAA6194}" dt="2025-08-17T16:47:30.858" v="2913" actId="1076"/>
          <ac:spMkLst>
            <pc:docMk/>
            <pc:sldMk cId="2332192464" sldId="257"/>
            <ac:spMk id="4" creationId="{F4A07A95-78E8-2EEB-AF15-7A03AD3940A5}"/>
          </ac:spMkLst>
        </pc:spChg>
        <pc:spChg chg="add mod">
          <ac:chgData name="Friendly Eagle" userId="ef8032d15aa2bf6c" providerId="LiveId" clId="{52B988BC-6DAA-49BF-9F11-856A7CAA6194}" dt="2025-08-17T19:11:52.791" v="3447" actId="1076"/>
          <ac:spMkLst>
            <pc:docMk/>
            <pc:sldMk cId="2332192464" sldId="257"/>
            <ac:spMk id="5" creationId="{9BB2D2CE-2D8F-A926-9FB8-A4E1A66F546E}"/>
          </ac:spMkLst>
        </pc:spChg>
        <pc:spChg chg="mod">
          <ac:chgData name="Friendly Eagle" userId="ef8032d15aa2bf6c" providerId="LiveId" clId="{52B988BC-6DAA-49BF-9F11-856A7CAA6194}" dt="2025-08-17T16:14:41.083" v="45" actId="1076"/>
          <ac:spMkLst>
            <pc:docMk/>
            <pc:sldMk cId="2332192464" sldId="257"/>
            <ac:spMk id="9" creationId="{FCCDA9F1-26F7-FC82-061E-B2B408295403}"/>
          </ac:spMkLst>
        </pc:spChg>
      </pc:sldChg>
      <pc:sldChg chg="addSp delSp modSp new mod setBg">
        <pc:chgData name="Friendly Eagle" userId="ef8032d15aa2bf6c" providerId="LiveId" clId="{52B988BC-6DAA-49BF-9F11-856A7CAA6194}" dt="2025-08-17T16:33:28.755" v="1452"/>
        <pc:sldMkLst>
          <pc:docMk/>
          <pc:sldMk cId="1115318211" sldId="258"/>
        </pc:sldMkLst>
        <pc:spChg chg="mod">
          <ac:chgData name="Friendly Eagle" userId="ef8032d15aa2bf6c" providerId="LiveId" clId="{52B988BC-6DAA-49BF-9F11-856A7CAA6194}" dt="2025-08-17T16:29:53.010" v="1413" actId="26606"/>
          <ac:spMkLst>
            <pc:docMk/>
            <pc:sldMk cId="1115318211" sldId="258"/>
            <ac:spMk id="2" creationId="{941F4FA8-55F3-47D1-CBFB-7F57EE4162F6}"/>
          </ac:spMkLst>
        </pc:spChg>
        <pc:spChg chg="add del mod">
          <ac:chgData name="Friendly Eagle" userId="ef8032d15aa2bf6c" providerId="LiveId" clId="{52B988BC-6DAA-49BF-9F11-856A7CAA6194}" dt="2025-08-17T16:29:53.010" v="1413" actId="26606"/>
          <ac:spMkLst>
            <pc:docMk/>
            <pc:sldMk cId="1115318211" sldId="258"/>
            <ac:spMk id="3" creationId="{3378E654-C307-E5FF-534A-FB2FE1F80D38}"/>
          </ac:spMkLst>
        </pc:spChg>
        <pc:spChg chg="add del mod">
          <ac:chgData name="Friendly Eagle" userId="ef8032d15aa2bf6c" providerId="LiveId" clId="{52B988BC-6DAA-49BF-9F11-856A7CAA6194}" dt="2025-08-17T16:08:33.419" v="36" actId="478"/>
          <ac:spMkLst>
            <pc:docMk/>
            <pc:sldMk cId="1115318211" sldId="258"/>
            <ac:spMk id="6" creationId="{5FFB4D29-63D3-1CF9-4686-8ECCF3650F1A}"/>
          </ac:spMkLst>
        </pc:spChg>
        <pc:spChg chg="add del">
          <ac:chgData name="Friendly Eagle" userId="ef8032d15aa2bf6c" providerId="LiveId" clId="{52B988BC-6DAA-49BF-9F11-856A7CAA6194}" dt="2025-08-17T16:29:49.204" v="1408" actId="26606"/>
          <ac:spMkLst>
            <pc:docMk/>
            <pc:sldMk cId="1115318211" sldId="258"/>
            <ac:spMk id="9" creationId="{C0763A76-9F1C-4FC5-82B7-DD475DA461B2}"/>
          </ac:spMkLst>
        </pc:spChg>
        <pc:spChg chg="add del">
          <ac:chgData name="Friendly Eagle" userId="ef8032d15aa2bf6c" providerId="LiveId" clId="{52B988BC-6DAA-49BF-9F11-856A7CAA6194}" dt="2025-08-17T16:29:48.306" v="1406" actId="26606"/>
          <ac:spMkLst>
            <pc:docMk/>
            <pc:sldMk cId="1115318211" sldId="258"/>
            <ac:spMk id="10" creationId="{B50AB553-2A96-4A92-96F2-93548E096954}"/>
          </ac:spMkLst>
        </pc:spChg>
        <pc:spChg chg="add del">
          <ac:chgData name="Friendly Eagle" userId="ef8032d15aa2bf6c" providerId="LiveId" clId="{52B988BC-6DAA-49BF-9F11-856A7CAA6194}" dt="2025-08-17T16:29:49.204" v="1408" actId="26606"/>
          <ac:spMkLst>
            <pc:docMk/>
            <pc:sldMk cId="1115318211" sldId="258"/>
            <ac:spMk id="11" creationId="{E81BF4F6-F2CF-4984-9D14-D6966D92F99F}"/>
          </ac:spMkLst>
        </pc:spChg>
        <pc:spChg chg="add del">
          <ac:chgData name="Friendly Eagle" userId="ef8032d15aa2bf6c" providerId="LiveId" clId="{52B988BC-6DAA-49BF-9F11-856A7CAA6194}" dt="2025-08-17T16:29:49.204" v="1408" actId="26606"/>
          <ac:spMkLst>
            <pc:docMk/>
            <pc:sldMk cId="1115318211" sldId="258"/>
            <ac:spMk id="12" creationId="{3378E654-C307-E5FF-534A-FB2FE1F80D38}"/>
          </ac:spMkLst>
        </pc:spChg>
        <pc:spChg chg="add del">
          <ac:chgData name="Friendly Eagle" userId="ef8032d15aa2bf6c" providerId="LiveId" clId="{52B988BC-6DAA-49BF-9F11-856A7CAA6194}" dt="2025-08-17T16:29:50.351" v="1410" actId="26606"/>
          <ac:spMkLst>
            <pc:docMk/>
            <pc:sldMk cId="1115318211" sldId="258"/>
            <ac:spMk id="16" creationId="{B50AB553-2A96-4A92-96F2-93548E096954}"/>
          </ac:spMkLst>
        </pc:spChg>
        <pc:spChg chg="add del">
          <ac:chgData name="Friendly Eagle" userId="ef8032d15aa2bf6c" providerId="LiveId" clId="{52B988BC-6DAA-49BF-9F11-856A7CAA6194}" dt="2025-08-17T16:29:52.988" v="1412" actId="26606"/>
          <ac:spMkLst>
            <pc:docMk/>
            <pc:sldMk cId="1115318211" sldId="258"/>
            <ac:spMk id="19" creationId="{AE2B703B-46F9-481A-A605-82E2A828C4FA}"/>
          </ac:spMkLst>
        </pc:spChg>
        <pc:spChg chg="add del">
          <ac:chgData name="Friendly Eagle" userId="ef8032d15aa2bf6c" providerId="LiveId" clId="{52B988BC-6DAA-49BF-9F11-856A7CAA6194}" dt="2025-08-17T16:29:52.988" v="1412" actId="26606"/>
          <ac:spMkLst>
            <pc:docMk/>
            <pc:sldMk cId="1115318211" sldId="258"/>
            <ac:spMk id="20" creationId="{F13BE4D7-0C3D-4906-B230-A1C5B4665CCF}"/>
          </ac:spMkLst>
        </pc:spChg>
        <pc:spChg chg="add">
          <ac:chgData name="Friendly Eagle" userId="ef8032d15aa2bf6c" providerId="LiveId" clId="{52B988BC-6DAA-49BF-9F11-856A7CAA6194}" dt="2025-08-17T16:29:53.010" v="1413" actId="26606"/>
          <ac:spMkLst>
            <pc:docMk/>
            <pc:sldMk cId="1115318211" sldId="258"/>
            <ac:spMk id="24" creationId="{B50AB553-2A96-4A92-96F2-93548E096954}"/>
          </ac:spMkLst>
        </pc:spChg>
        <pc:graphicFrameChg chg="add del">
          <ac:chgData name="Friendly Eagle" userId="ef8032d15aa2bf6c" providerId="LiveId" clId="{52B988BC-6DAA-49BF-9F11-856A7CAA6194}" dt="2025-08-17T16:29:48.306" v="1406" actId="26606"/>
          <ac:graphicFrameMkLst>
            <pc:docMk/>
            <pc:sldMk cId="1115318211" sldId="258"/>
            <ac:graphicFrameMk id="5" creationId="{9A84A916-6A58-4816-E699-1F45BEDCF290}"/>
          </ac:graphicFrameMkLst>
        </pc:graphicFrameChg>
        <pc:graphicFrameChg chg="add del">
          <ac:chgData name="Friendly Eagle" userId="ef8032d15aa2bf6c" providerId="LiveId" clId="{52B988BC-6DAA-49BF-9F11-856A7CAA6194}" dt="2025-08-17T16:29:50.351" v="1410" actId="26606"/>
          <ac:graphicFrameMkLst>
            <pc:docMk/>
            <pc:sldMk cId="1115318211" sldId="258"/>
            <ac:graphicFrameMk id="17" creationId="{9A84A916-6A58-4816-E699-1F45BEDCF290}"/>
          </ac:graphicFrameMkLst>
        </pc:graphicFrameChg>
        <pc:graphicFrameChg chg="add del">
          <ac:chgData name="Friendly Eagle" userId="ef8032d15aa2bf6c" providerId="LiveId" clId="{52B988BC-6DAA-49BF-9F11-856A7CAA6194}" dt="2025-08-17T16:29:52.988" v="1412" actId="26606"/>
          <ac:graphicFrameMkLst>
            <pc:docMk/>
            <pc:sldMk cId="1115318211" sldId="258"/>
            <ac:graphicFrameMk id="21" creationId="{D0D10132-16AF-476C-6B9C-C2B1E62F57FB}"/>
          </ac:graphicFrameMkLst>
        </pc:graphicFrameChg>
        <pc:graphicFrameChg chg="add mod">
          <ac:chgData name="Friendly Eagle" userId="ef8032d15aa2bf6c" providerId="LiveId" clId="{52B988BC-6DAA-49BF-9F11-856A7CAA6194}" dt="2025-08-17T16:33:28.755" v="1452"/>
          <ac:graphicFrameMkLst>
            <pc:docMk/>
            <pc:sldMk cId="1115318211" sldId="258"/>
            <ac:graphicFrameMk id="25" creationId="{9A84A916-6A58-4816-E699-1F45BEDCF290}"/>
          </ac:graphicFrameMkLst>
        </pc:graphicFrameChg>
        <pc:picChg chg="add del mod ord">
          <ac:chgData name="Friendly Eagle" userId="ef8032d15aa2bf6c" providerId="LiveId" clId="{52B988BC-6DAA-49BF-9F11-856A7CAA6194}" dt="2025-08-17T16:08:33.921" v="37" actId="34307"/>
          <ac:picMkLst>
            <pc:docMk/>
            <pc:sldMk cId="1115318211" sldId="258"/>
            <ac:picMk id="4" creationId="{926252FD-DBF0-83D9-AD8A-7544678D4053}"/>
          </ac:picMkLst>
        </pc:picChg>
        <pc:picChg chg="add del">
          <ac:chgData name="Friendly Eagle" userId="ef8032d15aa2bf6c" providerId="LiveId" clId="{52B988BC-6DAA-49BF-9F11-856A7CAA6194}" dt="2025-08-17T16:29:48.306" v="1406" actId="26606"/>
          <ac:picMkLst>
            <pc:docMk/>
            <pc:sldMk cId="1115318211" sldId="258"/>
            <ac:picMk id="7" creationId="{49A02097-98E2-A27C-4781-5BC981A6B4EC}"/>
          </ac:picMkLst>
        </pc:picChg>
        <pc:picChg chg="add del">
          <ac:chgData name="Friendly Eagle" userId="ef8032d15aa2bf6c" providerId="LiveId" clId="{52B988BC-6DAA-49BF-9F11-856A7CAA6194}" dt="2025-08-17T16:29:49.204" v="1408" actId="26606"/>
          <ac:picMkLst>
            <pc:docMk/>
            <pc:sldMk cId="1115318211" sldId="258"/>
            <ac:picMk id="13" creationId="{72BB4999-B5BA-850C-738B-DBA9BAD13AD3}"/>
          </ac:picMkLst>
        </pc:picChg>
        <pc:picChg chg="add del">
          <ac:chgData name="Friendly Eagle" userId="ef8032d15aa2bf6c" providerId="LiveId" clId="{52B988BC-6DAA-49BF-9F11-856A7CAA6194}" dt="2025-08-17T16:29:50.351" v="1410" actId="26606"/>
          <ac:picMkLst>
            <pc:docMk/>
            <pc:sldMk cId="1115318211" sldId="258"/>
            <ac:picMk id="15" creationId="{49A02097-98E2-A27C-4781-5BC981A6B4EC}"/>
          </ac:picMkLst>
        </pc:picChg>
        <pc:picChg chg="add">
          <ac:chgData name="Friendly Eagle" userId="ef8032d15aa2bf6c" providerId="LiveId" clId="{52B988BC-6DAA-49BF-9F11-856A7CAA6194}" dt="2025-08-17T16:29:53.010" v="1413" actId="26606"/>
          <ac:picMkLst>
            <pc:docMk/>
            <pc:sldMk cId="1115318211" sldId="258"/>
            <ac:picMk id="23" creationId="{49A02097-98E2-A27C-4781-5BC981A6B4EC}"/>
          </ac:picMkLst>
        </pc:picChg>
      </pc:sldChg>
      <pc:sldChg chg="addSp modSp new mod">
        <pc:chgData name="Friendly Eagle" userId="ef8032d15aa2bf6c" providerId="LiveId" clId="{52B988BC-6DAA-49BF-9F11-856A7CAA6194}" dt="2025-08-17T16:48:01.254" v="2932" actId="20577"/>
        <pc:sldMkLst>
          <pc:docMk/>
          <pc:sldMk cId="4052510780" sldId="259"/>
        </pc:sldMkLst>
        <pc:spChg chg="mod">
          <ac:chgData name="Friendly Eagle" userId="ef8032d15aa2bf6c" providerId="LiveId" clId="{52B988BC-6DAA-49BF-9F11-856A7CAA6194}" dt="2025-08-17T16:35:15.291" v="1480" actId="14100"/>
          <ac:spMkLst>
            <pc:docMk/>
            <pc:sldMk cId="4052510780" sldId="259"/>
            <ac:spMk id="2" creationId="{718B4EDB-356E-D46F-2B4C-112C3AD7283E}"/>
          </ac:spMkLst>
        </pc:spChg>
        <pc:spChg chg="mod">
          <ac:chgData name="Friendly Eagle" userId="ef8032d15aa2bf6c" providerId="LiveId" clId="{52B988BC-6DAA-49BF-9F11-856A7CAA6194}" dt="2025-08-17T16:48:01.254" v="2932" actId="20577"/>
          <ac:spMkLst>
            <pc:docMk/>
            <pc:sldMk cId="4052510780" sldId="259"/>
            <ac:spMk id="3" creationId="{831E72B4-998D-9038-D11A-7944ED45E6D1}"/>
          </ac:spMkLst>
        </pc:spChg>
        <pc:spChg chg="add">
          <ac:chgData name="Friendly Eagle" userId="ef8032d15aa2bf6c" providerId="LiveId" clId="{52B988BC-6DAA-49BF-9F11-856A7CAA6194}" dt="2025-08-17T16:47:40.951" v="2914"/>
          <ac:spMkLst>
            <pc:docMk/>
            <pc:sldMk cId="4052510780" sldId="259"/>
            <ac:spMk id="4" creationId="{66AEE6F5-4329-6F91-EFA9-2890FF584136}"/>
          </ac:spMkLst>
        </pc:spChg>
        <pc:spChg chg="add">
          <ac:chgData name="Friendly Eagle" userId="ef8032d15aa2bf6c" providerId="LiveId" clId="{52B988BC-6DAA-49BF-9F11-856A7CAA6194}" dt="2025-08-17T16:47:46.892" v="2916"/>
          <ac:spMkLst>
            <pc:docMk/>
            <pc:sldMk cId="4052510780" sldId="259"/>
            <ac:spMk id="5" creationId="{88A4EDCF-71EB-1AAA-E973-E354324541DA}"/>
          </ac:spMkLst>
        </pc:spChg>
      </pc:sldChg>
      <pc:sldChg chg="addSp modSp new mod">
        <pc:chgData name="Friendly Eagle" userId="ef8032d15aa2bf6c" providerId="LiveId" clId="{52B988BC-6DAA-49BF-9F11-856A7CAA6194}" dt="2025-08-17T19:19:54.832" v="4231" actId="20577"/>
        <pc:sldMkLst>
          <pc:docMk/>
          <pc:sldMk cId="410815064" sldId="260"/>
        </pc:sldMkLst>
        <pc:spChg chg="mod">
          <ac:chgData name="Friendly Eagle" userId="ef8032d15aa2bf6c" providerId="LiveId" clId="{52B988BC-6DAA-49BF-9F11-856A7CAA6194}" dt="2025-08-17T16:50:38.802" v="2979" actId="14100"/>
          <ac:spMkLst>
            <pc:docMk/>
            <pc:sldMk cId="410815064" sldId="260"/>
            <ac:spMk id="2" creationId="{402B6841-066A-730B-FE87-EA1CC17C4EC0}"/>
          </ac:spMkLst>
        </pc:spChg>
        <pc:spChg chg="mod">
          <ac:chgData name="Friendly Eagle" userId="ef8032d15aa2bf6c" providerId="LiveId" clId="{52B988BC-6DAA-49BF-9F11-856A7CAA6194}" dt="2025-08-17T19:19:54.832" v="4231" actId="20577"/>
          <ac:spMkLst>
            <pc:docMk/>
            <pc:sldMk cId="410815064" sldId="260"/>
            <ac:spMk id="3" creationId="{8300F476-6C21-175F-CB4E-DD68173FA715}"/>
          </ac:spMkLst>
        </pc:spChg>
        <pc:spChg chg="add">
          <ac:chgData name="Friendly Eagle" userId="ef8032d15aa2bf6c" providerId="LiveId" clId="{52B988BC-6DAA-49BF-9F11-856A7CAA6194}" dt="2025-08-17T19:18:42.546" v="4208"/>
          <ac:spMkLst>
            <pc:docMk/>
            <pc:sldMk cId="410815064" sldId="260"/>
            <ac:spMk id="4" creationId="{E4107044-0451-655B-6540-F765AF6D273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9F1FBE-A87C-4046-9630-7940B8CDB480}" type="doc">
      <dgm:prSet loTypeId="urn:microsoft.com/office/officeart/2005/8/layout/process5" loCatId="process" qsTypeId="urn:microsoft.com/office/officeart/2005/8/quickstyle/simple5" qsCatId="simple" csTypeId="urn:microsoft.com/office/officeart/2005/8/colors/colorful5" csCatId="colorful" phldr="1"/>
      <dgm:spPr/>
      <dgm:t>
        <a:bodyPr/>
        <a:lstStyle/>
        <a:p>
          <a:endParaRPr lang="en-US"/>
        </a:p>
      </dgm:t>
    </dgm:pt>
    <dgm:pt modelId="{B01A0653-73C5-4903-9D6B-B0F611BFE449}">
      <dgm:prSet/>
      <dgm:spPr/>
      <dgm:t>
        <a:bodyPr/>
        <a:lstStyle/>
        <a:p>
          <a:r>
            <a:rPr lang="en-US" b="1" i="1" u="sng" dirty="0"/>
            <a:t>Ideation</a:t>
          </a:r>
          <a:r>
            <a:rPr lang="en-US" dirty="0"/>
            <a:t>: This is the first phase, where the product owner works with others to determine what user stories have the most business value for the agile team to work on. (Van der Hoek, 2025) </a:t>
          </a:r>
        </a:p>
      </dgm:t>
    </dgm:pt>
    <dgm:pt modelId="{A9386D85-38CB-47AC-A013-516DF8670559}" type="parTrans" cxnId="{AFE406B1-FDB3-4D6D-9192-98AE3D33EC65}">
      <dgm:prSet/>
      <dgm:spPr/>
      <dgm:t>
        <a:bodyPr/>
        <a:lstStyle/>
        <a:p>
          <a:endParaRPr lang="en-US"/>
        </a:p>
      </dgm:t>
    </dgm:pt>
    <dgm:pt modelId="{130A9DF1-D7DA-4D20-AD45-5956EC1F948A}" type="sibTrans" cxnId="{AFE406B1-FDB3-4D6D-9192-98AE3D33EC65}">
      <dgm:prSet/>
      <dgm:spPr/>
      <dgm:t>
        <a:bodyPr/>
        <a:lstStyle/>
        <a:p>
          <a:endParaRPr lang="en-US"/>
        </a:p>
      </dgm:t>
    </dgm:pt>
    <dgm:pt modelId="{3A20A14D-567D-43BF-826A-524F8461EF94}">
      <dgm:prSet/>
      <dgm:spPr/>
      <dgm:t>
        <a:bodyPr/>
        <a:lstStyle/>
        <a:p>
          <a:r>
            <a:rPr lang="en-US" b="1" i="1" u="sng" dirty="0"/>
            <a:t>Development</a:t>
          </a:r>
          <a:r>
            <a:rPr lang="en-US" dirty="0"/>
            <a:t>: This is the phase where the agile team creates the user stories the product owner deemed most valuable for the business in the first phase. (Van der Hoek, 2025) </a:t>
          </a:r>
        </a:p>
      </dgm:t>
    </dgm:pt>
    <dgm:pt modelId="{AA055430-FC94-436E-B924-D293F207844F}" type="parTrans" cxnId="{62A28B2D-F1C8-4829-89F2-EC3DE0A7EFBD}">
      <dgm:prSet/>
      <dgm:spPr/>
      <dgm:t>
        <a:bodyPr/>
        <a:lstStyle/>
        <a:p>
          <a:endParaRPr lang="en-US"/>
        </a:p>
      </dgm:t>
    </dgm:pt>
    <dgm:pt modelId="{451E0B0A-13C5-49B4-98AC-8F5781604DE1}" type="sibTrans" cxnId="{62A28B2D-F1C8-4829-89F2-EC3DE0A7EFBD}">
      <dgm:prSet/>
      <dgm:spPr/>
      <dgm:t>
        <a:bodyPr/>
        <a:lstStyle/>
        <a:p>
          <a:endParaRPr lang="en-US"/>
        </a:p>
      </dgm:t>
    </dgm:pt>
    <dgm:pt modelId="{25CF2BB7-3925-4FF0-B0A1-A5EBF422DE08}">
      <dgm:prSet/>
      <dgm:spPr/>
      <dgm:t>
        <a:bodyPr/>
        <a:lstStyle/>
        <a:p>
          <a:r>
            <a:rPr lang="en-US" b="1" i="1" u="sng" dirty="0"/>
            <a:t>Testing</a:t>
          </a:r>
          <a:r>
            <a:rPr lang="en-US" dirty="0"/>
            <a:t>: The agile team then thoroughly tests what was created In the development phase. This ensures that what is deployed will work correctly and there are no bugs that will cost the company any money. (Van der Hoek, 2025)</a:t>
          </a:r>
        </a:p>
      </dgm:t>
    </dgm:pt>
    <dgm:pt modelId="{999438D1-5E72-4D28-A9F1-C72E8D83E504}" type="parTrans" cxnId="{9BC4EB85-E6EE-42CB-A976-B2A46D3FF2B7}">
      <dgm:prSet/>
      <dgm:spPr/>
      <dgm:t>
        <a:bodyPr/>
        <a:lstStyle/>
        <a:p>
          <a:endParaRPr lang="en-US"/>
        </a:p>
      </dgm:t>
    </dgm:pt>
    <dgm:pt modelId="{802130BE-1B8B-428A-B423-C4F83459628F}" type="sibTrans" cxnId="{9BC4EB85-E6EE-42CB-A976-B2A46D3FF2B7}">
      <dgm:prSet/>
      <dgm:spPr/>
      <dgm:t>
        <a:bodyPr/>
        <a:lstStyle/>
        <a:p>
          <a:endParaRPr lang="en-US"/>
        </a:p>
      </dgm:t>
    </dgm:pt>
    <dgm:pt modelId="{411DC26B-0955-46C0-9765-44B5ED161D0F}">
      <dgm:prSet/>
      <dgm:spPr/>
      <dgm:t>
        <a:bodyPr/>
        <a:lstStyle/>
        <a:p>
          <a:r>
            <a:rPr lang="en-US" b="1" i="1" u="sng" dirty="0"/>
            <a:t>Deployment</a:t>
          </a:r>
          <a:r>
            <a:rPr lang="en-US" dirty="0"/>
            <a:t>: After the testing phase, the agile team deploys what was created. From this point customers can use the software. (Van der Hoek, 2025)</a:t>
          </a:r>
        </a:p>
      </dgm:t>
    </dgm:pt>
    <dgm:pt modelId="{833DFEA8-A14F-49BF-B60F-7E0E8FC76816}" type="parTrans" cxnId="{F4BCBD80-1F54-4366-8A6B-2143B52DDFFC}">
      <dgm:prSet/>
      <dgm:spPr/>
      <dgm:t>
        <a:bodyPr/>
        <a:lstStyle/>
        <a:p>
          <a:endParaRPr lang="en-US"/>
        </a:p>
      </dgm:t>
    </dgm:pt>
    <dgm:pt modelId="{2CFFC22E-3FC3-4CF1-983D-EA3F1387E6C0}" type="sibTrans" cxnId="{F4BCBD80-1F54-4366-8A6B-2143B52DDFFC}">
      <dgm:prSet/>
      <dgm:spPr/>
      <dgm:t>
        <a:bodyPr/>
        <a:lstStyle/>
        <a:p>
          <a:endParaRPr lang="en-US"/>
        </a:p>
      </dgm:t>
    </dgm:pt>
    <dgm:pt modelId="{964C2993-C5D7-4D98-B87B-D8B7849332C4}">
      <dgm:prSet/>
      <dgm:spPr/>
      <dgm:t>
        <a:bodyPr/>
        <a:lstStyle/>
        <a:p>
          <a:r>
            <a:rPr lang="en-US" b="1" i="1" u="sng" dirty="0"/>
            <a:t>Operations</a:t>
          </a:r>
          <a:r>
            <a:rPr lang="en-US" dirty="0"/>
            <a:t>: After the software has been deployed, it may be necessary for ongoing maintenance, to ensure that it continues to work correctly and without error. (Van der Hoek, 2025)</a:t>
          </a:r>
        </a:p>
      </dgm:t>
    </dgm:pt>
    <dgm:pt modelId="{4C893D6C-2D77-4F51-B09F-8A6DDCFA6FA2}" type="parTrans" cxnId="{7A5CCF28-7C67-4C1A-A85C-EFA990CDA847}">
      <dgm:prSet/>
      <dgm:spPr/>
      <dgm:t>
        <a:bodyPr/>
        <a:lstStyle/>
        <a:p>
          <a:endParaRPr lang="en-US"/>
        </a:p>
      </dgm:t>
    </dgm:pt>
    <dgm:pt modelId="{4A7C589C-F75F-4A25-B6A6-6E012D542CAC}" type="sibTrans" cxnId="{7A5CCF28-7C67-4C1A-A85C-EFA990CDA847}">
      <dgm:prSet/>
      <dgm:spPr/>
      <dgm:t>
        <a:bodyPr/>
        <a:lstStyle/>
        <a:p>
          <a:endParaRPr lang="en-US"/>
        </a:p>
      </dgm:t>
    </dgm:pt>
    <dgm:pt modelId="{DC54B958-5199-4A92-87A0-A5DF67FC8F92}" type="pres">
      <dgm:prSet presAssocID="{C39F1FBE-A87C-4046-9630-7940B8CDB480}" presName="diagram" presStyleCnt="0">
        <dgm:presLayoutVars>
          <dgm:dir/>
          <dgm:resizeHandles val="exact"/>
        </dgm:presLayoutVars>
      </dgm:prSet>
      <dgm:spPr/>
    </dgm:pt>
    <dgm:pt modelId="{54CFCBF0-4453-4B48-BA27-09D4D6EED0B8}" type="pres">
      <dgm:prSet presAssocID="{B01A0653-73C5-4903-9D6B-B0F611BFE449}" presName="node" presStyleLbl="node1" presStyleIdx="0" presStyleCnt="5">
        <dgm:presLayoutVars>
          <dgm:bulletEnabled val="1"/>
        </dgm:presLayoutVars>
      </dgm:prSet>
      <dgm:spPr/>
    </dgm:pt>
    <dgm:pt modelId="{7532B70A-919F-4D8D-9261-05AED5127041}" type="pres">
      <dgm:prSet presAssocID="{130A9DF1-D7DA-4D20-AD45-5956EC1F948A}" presName="sibTrans" presStyleLbl="sibTrans2D1" presStyleIdx="0" presStyleCnt="4"/>
      <dgm:spPr/>
    </dgm:pt>
    <dgm:pt modelId="{3491A6FF-9A2D-4AEC-88A8-09C760562F32}" type="pres">
      <dgm:prSet presAssocID="{130A9DF1-D7DA-4D20-AD45-5956EC1F948A}" presName="connectorText" presStyleLbl="sibTrans2D1" presStyleIdx="0" presStyleCnt="4"/>
      <dgm:spPr/>
    </dgm:pt>
    <dgm:pt modelId="{3AB2F6BC-30F2-4898-9CC1-C08493CC3470}" type="pres">
      <dgm:prSet presAssocID="{3A20A14D-567D-43BF-826A-524F8461EF94}" presName="node" presStyleLbl="node1" presStyleIdx="1" presStyleCnt="5">
        <dgm:presLayoutVars>
          <dgm:bulletEnabled val="1"/>
        </dgm:presLayoutVars>
      </dgm:prSet>
      <dgm:spPr/>
    </dgm:pt>
    <dgm:pt modelId="{EE25800C-A551-4D39-9E75-5F590D9BF067}" type="pres">
      <dgm:prSet presAssocID="{451E0B0A-13C5-49B4-98AC-8F5781604DE1}" presName="sibTrans" presStyleLbl="sibTrans2D1" presStyleIdx="1" presStyleCnt="4"/>
      <dgm:spPr/>
    </dgm:pt>
    <dgm:pt modelId="{1AC31145-FDC8-478F-B0E5-176BE1D47A86}" type="pres">
      <dgm:prSet presAssocID="{451E0B0A-13C5-49B4-98AC-8F5781604DE1}" presName="connectorText" presStyleLbl="sibTrans2D1" presStyleIdx="1" presStyleCnt="4"/>
      <dgm:spPr/>
    </dgm:pt>
    <dgm:pt modelId="{BDAC463C-BEA4-410C-BFCD-508B2A97A150}" type="pres">
      <dgm:prSet presAssocID="{25CF2BB7-3925-4FF0-B0A1-A5EBF422DE08}" presName="node" presStyleLbl="node1" presStyleIdx="2" presStyleCnt="5">
        <dgm:presLayoutVars>
          <dgm:bulletEnabled val="1"/>
        </dgm:presLayoutVars>
      </dgm:prSet>
      <dgm:spPr/>
    </dgm:pt>
    <dgm:pt modelId="{95E58F2A-D676-495A-B675-908A1FACD7A8}" type="pres">
      <dgm:prSet presAssocID="{802130BE-1B8B-428A-B423-C4F83459628F}" presName="sibTrans" presStyleLbl="sibTrans2D1" presStyleIdx="2" presStyleCnt="4"/>
      <dgm:spPr/>
    </dgm:pt>
    <dgm:pt modelId="{25392CF4-D94A-43EE-8DDC-1B46F1A7B7C3}" type="pres">
      <dgm:prSet presAssocID="{802130BE-1B8B-428A-B423-C4F83459628F}" presName="connectorText" presStyleLbl="sibTrans2D1" presStyleIdx="2" presStyleCnt="4"/>
      <dgm:spPr/>
    </dgm:pt>
    <dgm:pt modelId="{DA5F07D6-B2B8-49C2-9E04-6F728CC97022}" type="pres">
      <dgm:prSet presAssocID="{411DC26B-0955-46C0-9765-44B5ED161D0F}" presName="node" presStyleLbl="node1" presStyleIdx="3" presStyleCnt="5">
        <dgm:presLayoutVars>
          <dgm:bulletEnabled val="1"/>
        </dgm:presLayoutVars>
      </dgm:prSet>
      <dgm:spPr/>
    </dgm:pt>
    <dgm:pt modelId="{FEB7315D-3F9F-42F7-8057-CC4EB253BA88}" type="pres">
      <dgm:prSet presAssocID="{2CFFC22E-3FC3-4CF1-983D-EA3F1387E6C0}" presName="sibTrans" presStyleLbl="sibTrans2D1" presStyleIdx="3" presStyleCnt="4"/>
      <dgm:spPr/>
    </dgm:pt>
    <dgm:pt modelId="{3D677DD5-3288-4278-AD37-F3EBCA87698C}" type="pres">
      <dgm:prSet presAssocID="{2CFFC22E-3FC3-4CF1-983D-EA3F1387E6C0}" presName="connectorText" presStyleLbl="sibTrans2D1" presStyleIdx="3" presStyleCnt="4"/>
      <dgm:spPr/>
    </dgm:pt>
    <dgm:pt modelId="{CE0FA2D9-3654-4C6D-8D00-2EECE1DEB1A1}" type="pres">
      <dgm:prSet presAssocID="{964C2993-C5D7-4D98-B87B-D8B7849332C4}" presName="node" presStyleLbl="node1" presStyleIdx="4" presStyleCnt="5">
        <dgm:presLayoutVars>
          <dgm:bulletEnabled val="1"/>
        </dgm:presLayoutVars>
      </dgm:prSet>
      <dgm:spPr/>
    </dgm:pt>
  </dgm:ptLst>
  <dgm:cxnLst>
    <dgm:cxn modelId="{9BA09119-84B3-4C31-82EA-0C876994E987}" type="presOf" srcId="{2CFFC22E-3FC3-4CF1-983D-EA3F1387E6C0}" destId="{FEB7315D-3F9F-42F7-8057-CC4EB253BA88}" srcOrd="0" destOrd="0" presId="urn:microsoft.com/office/officeart/2005/8/layout/process5"/>
    <dgm:cxn modelId="{0D678225-447A-4000-8F5D-4FD83CD307FA}" type="presOf" srcId="{130A9DF1-D7DA-4D20-AD45-5956EC1F948A}" destId="{7532B70A-919F-4D8D-9261-05AED5127041}" srcOrd="0" destOrd="0" presId="urn:microsoft.com/office/officeart/2005/8/layout/process5"/>
    <dgm:cxn modelId="{7A5CCF28-7C67-4C1A-A85C-EFA990CDA847}" srcId="{C39F1FBE-A87C-4046-9630-7940B8CDB480}" destId="{964C2993-C5D7-4D98-B87B-D8B7849332C4}" srcOrd="4" destOrd="0" parTransId="{4C893D6C-2D77-4F51-B09F-8A6DDCFA6FA2}" sibTransId="{4A7C589C-F75F-4A25-B6A6-6E012D542CAC}"/>
    <dgm:cxn modelId="{933BB429-5674-4739-85BB-1B6A1D03A204}" type="presOf" srcId="{2CFFC22E-3FC3-4CF1-983D-EA3F1387E6C0}" destId="{3D677DD5-3288-4278-AD37-F3EBCA87698C}" srcOrd="1" destOrd="0" presId="urn:microsoft.com/office/officeart/2005/8/layout/process5"/>
    <dgm:cxn modelId="{62A28B2D-F1C8-4829-89F2-EC3DE0A7EFBD}" srcId="{C39F1FBE-A87C-4046-9630-7940B8CDB480}" destId="{3A20A14D-567D-43BF-826A-524F8461EF94}" srcOrd="1" destOrd="0" parTransId="{AA055430-FC94-436E-B924-D293F207844F}" sibTransId="{451E0B0A-13C5-49B4-98AC-8F5781604DE1}"/>
    <dgm:cxn modelId="{77906E30-F139-4E67-889B-7E8773D23741}" type="presOf" srcId="{802130BE-1B8B-428A-B423-C4F83459628F}" destId="{25392CF4-D94A-43EE-8DDC-1B46F1A7B7C3}" srcOrd="1" destOrd="0" presId="urn:microsoft.com/office/officeart/2005/8/layout/process5"/>
    <dgm:cxn modelId="{A9FBAC63-9CEE-4C61-929F-EDC8C4448ACE}" type="presOf" srcId="{3A20A14D-567D-43BF-826A-524F8461EF94}" destId="{3AB2F6BC-30F2-4898-9CC1-C08493CC3470}" srcOrd="0" destOrd="0" presId="urn:microsoft.com/office/officeart/2005/8/layout/process5"/>
    <dgm:cxn modelId="{09316250-8FC7-476E-B75C-B73344D6BEF4}" type="presOf" srcId="{130A9DF1-D7DA-4D20-AD45-5956EC1F948A}" destId="{3491A6FF-9A2D-4AEC-88A8-09C760562F32}" srcOrd="1" destOrd="0" presId="urn:microsoft.com/office/officeart/2005/8/layout/process5"/>
    <dgm:cxn modelId="{699E5672-4AE1-4276-96DF-A0EB1728C0E7}" type="presOf" srcId="{964C2993-C5D7-4D98-B87B-D8B7849332C4}" destId="{CE0FA2D9-3654-4C6D-8D00-2EECE1DEB1A1}" srcOrd="0" destOrd="0" presId="urn:microsoft.com/office/officeart/2005/8/layout/process5"/>
    <dgm:cxn modelId="{F094B254-B052-4E15-B557-73AD32587C7C}" type="presOf" srcId="{25CF2BB7-3925-4FF0-B0A1-A5EBF422DE08}" destId="{BDAC463C-BEA4-410C-BFCD-508B2A97A150}" srcOrd="0" destOrd="0" presId="urn:microsoft.com/office/officeart/2005/8/layout/process5"/>
    <dgm:cxn modelId="{F4BCBD80-1F54-4366-8A6B-2143B52DDFFC}" srcId="{C39F1FBE-A87C-4046-9630-7940B8CDB480}" destId="{411DC26B-0955-46C0-9765-44B5ED161D0F}" srcOrd="3" destOrd="0" parTransId="{833DFEA8-A14F-49BF-B60F-7E0E8FC76816}" sibTransId="{2CFFC22E-3FC3-4CF1-983D-EA3F1387E6C0}"/>
    <dgm:cxn modelId="{9BC4EB85-E6EE-42CB-A976-B2A46D3FF2B7}" srcId="{C39F1FBE-A87C-4046-9630-7940B8CDB480}" destId="{25CF2BB7-3925-4FF0-B0A1-A5EBF422DE08}" srcOrd="2" destOrd="0" parTransId="{999438D1-5E72-4D28-A9F1-C72E8D83E504}" sibTransId="{802130BE-1B8B-428A-B423-C4F83459628F}"/>
    <dgm:cxn modelId="{A680E086-B777-4249-80C4-435CC58E90EE}" type="presOf" srcId="{B01A0653-73C5-4903-9D6B-B0F611BFE449}" destId="{54CFCBF0-4453-4B48-BA27-09D4D6EED0B8}" srcOrd="0" destOrd="0" presId="urn:microsoft.com/office/officeart/2005/8/layout/process5"/>
    <dgm:cxn modelId="{F3891E9A-B173-4127-9467-C336BEE6C60B}" type="presOf" srcId="{802130BE-1B8B-428A-B423-C4F83459628F}" destId="{95E58F2A-D676-495A-B675-908A1FACD7A8}" srcOrd="0" destOrd="0" presId="urn:microsoft.com/office/officeart/2005/8/layout/process5"/>
    <dgm:cxn modelId="{778544AC-75BA-4AA2-AD88-52DE87A243CD}" type="presOf" srcId="{451E0B0A-13C5-49B4-98AC-8F5781604DE1}" destId="{1AC31145-FDC8-478F-B0E5-176BE1D47A86}" srcOrd="1" destOrd="0" presId="urn:microsoft.com/office/officeart/2005/8/layout/process5"/>
    <dgm:cxn modelId="{AFE406B1-FDB3-4D6D-9192-98AE3D33EC65}" srcId="{C39F1FBE-A87C-4046-9630-7940B8CDB480}" destId="{B01A0653-73C5-4903-9D6B-B0F611BFE449}" srcOrd="0" destOrd="0" parTransId="{A9386D85-38CB-47AC-A013-516DF8670559}" sibTransId="{130A9DF1-D7DA-4D20-AD45-5956EC1F948A}"/>
    <dgm:cxn modelId="{B969EDE0-5AA3-4EF5-B9DD-653CFACDA795}" type="presOf" srcId="{C39F1FBE-A87C-4046-9630-7940B8CDB480}" destId="{DC54B958-5199-4A92-87A0-A5DF67FC8F92}" srcOrd="0" destOrd="0" presId="urn:microsoft.com/office/officeart/2005/8/layout/process5"/>
    <dgm:cxn modelId="{13AC42E4-AD72-4FEF-B94A-0A37BA12B840}" type="presOf" srcId="{451E0B0A-13C5-49B4-98AC-8F5781604DE1}" destId="{EE25800C-A551-4D39-9E75-5F590D9BF067}" srcOrd="0" destOrd="0" presId="urn:microsoft.com/office/officeart/2005/8/layout/process5"/>
    <dgm:cxn modelId="{DB556BF8-8177-42A8-B5D5-73D001C37678}" type="presOf" srcId="{411DC26B-0955-46C0-9765-44B5ED161D0F}" destId="{DA5F07D6-B2B8-49C2-9E04-6F728CC97022}" srcOrd="0" destOrd="0" presId="urn:microsoft.com/office/officeart/2005/8/layout/process5"/>
    <dgm:cxn modelId="{3AA1171D-C3F3-4CC2-A47A-14A4C3785533}" type="presParOf" srcId="{DC54B958-5199-4A92-87A0-A5DF67FC8F92}" destId="{54CFCBF0-4453-4B48-BA27-09D4D6EED0B8}" srcOrd="0" destOrd="0" presId="urn:microsoft.com/office/officeart/2005/8/layout/process5"/>
    <dgm:cxn modelId="{2C0C01B8-F9E8-4CB1-BFF6-41901D622330}" type="presParOf" srcId="{DC54B958-5199-4A92-87A0-A5DF67FC8F92}" destId="{7532B70A-919F-4D8D-9261-05AED5127041}" srcOrd="1" destOrd="0" presId="urn:microsoft.com/office/officeart/2005/8/layout/process5"/>
    <dgm:cxn modelId="{1A107F09-F80E-421C-B805-3DFC563B65C0}" type="presParOf" srcId="{7532B70A-919F-4D8D-9261-05AED5127041}" destId="{3491A6FF-9A2D-4AEC-88A8-09C760562F32}" srcOrd="0" destOrd="0" presId="urn:microsoft.com/office/officeart/2005/8/layout/process5"/>
    <dgm:cxn modelId="{3F85DBEE-A3DB-4A69-B0AD-21163A088845}" type="presParOf" srcId="{DC54B958-5199-4A92-87A0-A5DF67FC8F92}" destId="{3AB2F6BC-30F2-4898-9CC1-C08493CC3470}" srcOrd="2" destOrd="0" presId="urn:microsoft.com/office/officeart/2005/8/layout/process5"/>
    <dgm:cxn modelId="{D6F7FECC-16D0-4B54-852F-13C333512069}" type="presParOf" srcId="{DC54B958-5199-4A92-87A0-A5DF67FC8F92}" destId="{EE25800C-A551-4D39-9E75-5F590D9BF067}" srcOrd="3" destOrd="0" presId="urn:microsoft.com/office/officeart/2005/8/layout/process5"/>
    <dgm:cxn modelId="{F6ED258A-EADB-47AF-8D96-225A397B75B9}" type="presParOf" srcId="{EE25800C-A551-4D39-9E75-5F590D9BF067}" destId="{1AC31145-FDC8-478F-B0E5-176BE1D47A86}" srcOrd="0" destOrd="0" presId="urn:microsoft.com/office/officeart/2005/8/layout/process5"/>
    <dgm:cxn modelId="{0BEC96C7-8F04-4820-BDED-F1CB1D5906E4}" type="presParOf" srcId="{DC54B958-5199-4A92-87A0-A5DF67FC8F92}" destId="{BDAC463C-BEA4-410C-BFCD-508B2A97A150}" srcOrd="4" destOrd="0" presId="urn:microsoft.com/office/officeart/2005/8/layout/process5"/>
    <dgm:cxn modelId="{4A46A021-2CA9-4F3F-9752-F9C525C110C2}" type="presParOf" srcId="{DC54B958-5199-4A92-87A0-A5DF67FC8F92}" destId="{95E58F2A-D676-495A-B675-908A1FACD7A8}" srcOrd="5" destOrd="0" presId="urn:microsoft.com/office/officeart/2005/8/layout/process5"/>
    <dgm:cxn modelId="{84A53DE0-545A-424C-834C-72CBA3B4C80C}" type="presParOf" srcId="{95E58F2A-D676-495A-B675-908A1FACD7A8}" destId="{25392CF4-D94A-43EE-8DDC-1B46F1A7B7C3}" srcOrd="0" destOrd="0" presId="urn:microsoft.com/office/officeart/2005/8/layout/process5"/>
    <dgm:cxn modelId="{976DA50D-6B56-45F0-8E34-10C769F1A0CC}" type="presParOf" srcId="{DC54B958-5199-4A92-87A0-A5DF67FC8F92}" destId="{DA5F07D6-B2B8-49C2-9E04-6F728CC97022}" srcOrd="6" destOrd="0" presId="urn:microsoft.com/office/officeart/2005/8/layout/process5"/>
    <dgm:cxn modelId="{6CDC1444-330D-43C7-A2BB-138F6AE39484}" type="presParOf" srcId="{DC54B958-5199-4A92-87A0-A5DF67FC8F92}" destId="{FEB7315D-3F9F-42F7-8057-CC4EB253BA88}" srcOrd="7" destOrd="0" presId="urn:microsoft.com/office/officeart/2005/8/layout/process5"/>
    <dgm:cxn modelId="{EC22635E-FA08-44C8-864E-0B3313A296D2}" type="presParOf" srcId="{FEB7315D-3F9F-42F7-8057-CC4EB253BA88}" destId="{3D677DD5-3288-4278-AD37-F3EBCA87698C}" srcOrd="0" destOrd="0" presId="urn:microsoft.com/office/officeart/2005/8/layout/process5"/>
    <dgm:cxn modelId="{D6F660A2-8953-4A18-9C59-A20D9AA112F0}" type="presParOf" srcId="{DC54B958-5199-4A92-87A0-A5DF67FC8F92}" destId="{CE0FA2D9-3654-4C6D-8D00-2EECE1DEB1A1}" srcOrd="8"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CFCBF0-4453-4B48-BA27-09D4D6EED0B8}">
      <dsp:nvSpPr>
        <dsp:cNvPr id="0" name=""/>
        <dsp:cNvSpPr/>
      </dsp:nvSpPr>
      <dsp:spPr>
        <a:xfrm>
          <a:off x="10468" y="220006"/>
          <a:ext cx="3128870" cy="1877322"/>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i="1" u="sng" kern="1200" dirty="0"/>
            <a:t>Ideation</a:t>
          </a:r>
          <a:r>
            <a:rPr lang="en-US" sz="1500" kern="1200" dirty="0"/>
            <a:t>: This is the first phase, where the product owner works with others to determine what user stories have the most business value for the agile team to work on. (Van der Hoek, 2025) </a:t>
          </a:r>
        </a:p>
      </dsp:txBody>
      <dsp:txXfrm>
        <a:off x="65453" y="274991"/>
        <a:ext cx="3018900" cy="1767352"/>
      </dsp:txXfrm>
    </dsp:sp>
    <dsp:sp modelId="{7532B70A-919F-4D8D-9261-05AED5127041}">
      <dsp:nvSpPr>
        <dsp:cNvPr id="0" name=""/>
        <dsp:cNvSpPr/>
      </dsp:nvSpPr>
      <dsp:spPr>
        <a:xfrm>
          <a:off x="3414679" y="770688"/>
          <a:ext cx="663320" cy="775959"/>
        </a:xfrm>
        <a:prstGeom prst="rightArrow">
          <a:avLst>
            <a:gd name="adj1" fmla="val 60000"/>
            <a:gd name="adj2" fmla="val 5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414679" y="925880"/>
        <a:ext cx="464324" cy="465575"/>
      </dsp:txXfrm>
    </dsp:sp>
    <dsp:sp modelId="{3AB2F6BC-30F2-4898-9CC1-C08493CC3470}">
      <dsp:nvSpPr>
        <dsp:cNvPr id="0" name=""/>
        <dsp:cNvSpPr/>
      </dsp:nvSpPr>
      <dsp:spPr>
        <a:xfrm>
          <a:off x="4390887" y="220006"/>
          <a:ext cx="3128870" cy="1877322"/>
        </a:xfrm>
        <a:prstGeom prst="roundRect">
          <a:avLst>
            <a:gd name="adj" fmla="val 10000"/>
          </a:avLst>
        </a:prstGeom>
        <a:gradFill rotWithShape="0">
          <a:gsLst>
            <a:gs pos="0">
              <a:schemeClr val="accent5">
                <a:hueOff val="-3038037"/>
                <a:satOff val="-207"/>
                <a:lumOff val="490"/>
                <a:alphaOff val="0"/>
                <a:satMod val="103000"/>
                <a:lumMod val="102000"/>
                <a:tint val="94000"/>
              </a:schemeClr>
            </a:gs>
            <a:gs pos="50000">
              <a:schemeClr val="accent5">
                <a:hueOff val="-3038037"/>
                <a:satOff val="-207"/>
                <a:lumOff val="490"/>
                <a:alphaOff val="0"/>
                <a:satMod val="110000"/>
                <a:lumMod val="100000"/>
                <a:shade val="100000"/>
              </a:schemeClr>
            </a:gs>
            <a:gs pos="100000">
              <a:schemeClr val="accent5">
                <a:hueOff val="-3038037"/>
                <a:satOff val="-207"/>
                <a:lumOff val="49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i="1" u="sng" kern="1200" dirty="0"/>
            <a:t>Development</a:t>
          </a:r>
          <a:r>
            <a:rPr lang="en-US" sz="1500" kern="1200" dirty="0"/>
            <a:t>: This is the phase where the agile team creates the user stories the product owner deemed most valuable for the business in the first phase. (Van der Hoek, 2025) </a:t>
          </a:r>
        </a:p>
      </dsp:txBody>
      <dsp:txXfrm>
        <a:off x="4445872" y="274991"/>
        <a:ext cx="3018900" cy="1767352"/>
      </dsp:txXfrm>
    </dsp:sp>
    <dsp:sp modelId="{EE25800C-A551-4D39-9E75-5F590D9BF067}">
      <dsp:nvSpPr>
        <dsp:cNvPr id="0" name=""/>
        <dsp:cNvSpPr/>
      </dsp:nvSpPr>
      <dsp:spPr>
        <a:xfrm>
          <a:off x="7795099" y="770688"/>
          <a:ext cx="663320" cy="775959"/>
        </a:xfrm>
        <a:prstGeom prst="rightArrow">
          <a:avLst>
            <a:gd name="adj1" fmla="val 60000"/>
            <a:gd name="adj2" fmla="val 50000"/>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7795099" y="925880"/>
        <a:ext cx="464324" cy="465575"/>
      </dsp:txXfrm>
    </dsp:sp>
    <dsp:sp modelId="{BDAC463C-BEA4-410C-BFCD-508B2A97A150}">
      <dsp:nvSpPr>
        <dsp:cNvPr id="0" name=""/>
        <dsp:cNvSpPr/>
      </dsp:nvSpPr>
      <dsp:spPr>
        <a:xfrm>
          <a:off x="8771306" y="220006"/>
          <a:ext cx="3128870" cy="1877322"/>
        </a:xfrm>
        <a:prstGeom prst="roundRect">
          <a:avLst>
            <a:gd name="adj" fmla="val 10000"/>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i="1" u="sng" kern="1200" dirty="0"/>
            <a:t>Testing</a:t>
          </a:r>
          <a:r>
            <a:rPr lang="en-US" sz="1500" kern="1200" dirty="0"/>
            <a:t>: The agile team then thoroughly tests what was created In the development phase. This ensures that what is deployed will work correctly and there are no bugs that will cost the company any money. (Van der Hoek, 2025)</a:t>
          </a:r>
        </a:p>
      </dsp:txBody>
      <dsp:txXfrm>
        <a:off x="8826291" y="274991"/>
        <a:ext cx="3018900" cy="1767352"/>
      </dsp:txXfrm>
    </dsp:sp>
    <dsp:sp modelId="{95E58F2A-D676-495A-B675-908A1FACD7A8}">
      <dsp:nvSpPr>
        <dsp:cNvPr id="0" name=""/>
        <dsp:cNvSpPr/>
      </dsp:nvSpPr>
      <dsp:spPr>
        <a:xfrm rot="5400000">
          <a:off x="10004081" y="2316350"/>
          <a:ext cx="663320" cy="775959"/>
        </a:xfrm>
        <a:prstGeom prst="rightArrow">
          <a:avLst>
            <a:gd name="adj1" fmla="val 60000"/>
            <a:gd name="adj2" fmla="val 50000"/>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10102954" y="2372669"/>
        <a:ext cx="465575" cy="464324"/>
      </dsp:txXfrm>
    </dsp:sp>
    <dsp:sp modelId="{DA5F07D6-B2B8-49C2-9E04-6F728CC97022}">
      <dsp:nvSpPr>
        <dsp:cNvPr id="0" name=""/>
        <dsp:cNvSpPr/>
      </dsp:nvSpPr>
      <dsp:spPr>
        <a:xfrm>
          <a:off x="8771306" y="3348877"/>
          <a:ext cx="3128870" cy="1877322"/>
        </a:xfrm>
        <a:prstGeom prst="roundRect">
          <a:avLst>
            <a:gd name="adj" fmla="val 10000"/>
          </a:avLst>
        </a:prstGeom>
        <a:gradFill rotWithShape="0">
          <a:gsLst>
            <a:gs pos="0">
              <a:schemeClr val="accent5">
                <a:hueOff val="-9114112"/>
                <a:satOff val="-620"/>
                <a:lumOff val="1471"/>
                <a:alphaOff val="0"/>
                <a:satMod val="103000"/>
                <a:lumMod val="102000"/>
                <a:tint val="94000"/>
              </a:schemeClr>
            </a:gs>
            <a:gs pos="50000">
              <a:schemeClr val="accent5">
                <a:hueOff val="-9114112"/>
                <a:satOff val="-620"/>
                <a:lumOff val="1471"/>
                <a:alphaOff val="0"/>
                <a:satMod val="110000"/>
                <a:lumMod val="100000"/>
                <a:shade val="100000"/>
              </a:schemeClr>
            </a:gs>
            <a:gs pos="100000">
              <a:schemeClr val="accent5">
                <a:hueOff val="-9114112"/>
                <a:satOff val="-620"/>
                <a:lumOff val="147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i="1" u="sng" kern="1200" dirty="0"/>
            <a:t>Deployment</a:t>
          </a:r>
          <a:r>
            <a:rPr lang="en-US" sz="1500" kern="1200" dirty="0"/>
            <a:t>: After the testing phase, the agile team deploys what was created. From this point customers can use the software. (Van der Hoek, 2025)</a:t>
          </a:r>
        </a:p>
      </dsp:txBody>
      <dsp:txXfrm>
        <a:off x="8826291" y="3403862"/>
        <a:ext cx="3018900" cy="1767352"/>
      </dsp:txXfrm>
    </dsp:sp>
    <dsp:sp modelId="{FEB7315D-3F9F-42F7-8057-CC4EB253BA88}">
      <dsp:nvSpPr>
        <dsp:cNvPr id="0" name=""/>
        <dsp:cNvSpPr/>
      </dsp:nvSpPr>
      <dsp:spPr>
        <a:xfrm rot="10800000">
          <a:off x="7832645" y="3899558"/>
          <a:ext cx="663320" cy="775959"/>
        </a:xfrm>
        <a:prstGeom prst="rightArrow">
          <a:avLst>
            <a:gd name="adj1" fmla="val 60000"/>
            <a:gd name="adj2" fmla="val 50000"/>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8031641" y="4054750"/>
        <a:ext cx="464324" cy="465575"/>
      </dsp:txXfrm>
    </dsp:sp>
    <dsp:sp modelId="{CE0FA2D9-3654-4C6D-8D00-2EECE1DEB1A1}">
      <dsp:nvSpPr>
        <dsp:cNvPr id="0" name=""/>
        <dsp:cNvSpPr/>
      </dsp:nvSpPr>
      <dsp:spPr>
        <a:xfrm>
          <a:off x="4390887" y="3348877"/>
          <a:ext cx="3128870" cy="1877322"/>
        </a:xfrm>
        <a:prstGeom prst="roundRect">
          <a:avLst>
            <a:gd name="adj" fmla="val 10000"/>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i="1" u="sng" kern="1200" dirty="0"/>
            <a:t>Operations</a:t>
          </a:r>
          <a:r>
            <a:rPr lang="en-US" sz="1500" kern="1200" dirty="0"/>
            <a:t>: After the software has been deployed, it may be necessary for ongoing maintenance, to ensure that it continues to work correctly and without error. (Van der Hoek, 2025)</a:t>
          </a:r>
        </a:p>
      </dsp:txBody>
      <dsp:txXfrm>
        <a:off x="4445872" y="3403862"/>
        <a:ext cx="3018900" cy="1767352"/>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F55D6-B3F6-820B-CF10-6DF0771C30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0368F9-6C21-7545-6BBC-074A1B0418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7B1C924-5A0C-D696-AEF8-8A83BBF588F9}"/>
              </a:ext>
            </a:extLst>
          </p:cNvPr>
          <p:cNvSpPr>
            <a:spLocks noGrp="1"/>
          </p:cNvSpPr>
          <p:nvPr>
            <p:ph type="dt" sz="half" idx="10"/>
          </p:nvPr>
        </p:nvSpPr>
        <p:spPr/>
        <p:txBody>
          <a:bodyPr/>
          <a:lstStyle/>
          <a:p>
            <a:fld id="{9BFF7C51-6F60-461B-90D7-E54F05DA708A}" type="datetimeFigureOut">
              <a:rPr lang="en-US" smtClean="0"/>
              <a:t>8/17/2025</a:t>
            </a:fld>
            <a:endParaRPr lang="en-US"/>
          </a:p>
        </p:txBody>
      </p:sp>
      <p:sp>
        <p:nvSpPr>
          <p:cNvPr id="5" name="Footer Placeholder 4">
            <a:extLst>
              <a:ext uri="{FF2B5EF4-FFF2-40B4-BE49-F238E27FC236}">
                <a16:creationId xmlns:a16="http://schemas.microsoft.com/office/drawing/2014/main" id="{29D46757-C85F-0640-FB36-B515F5FFBF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AF932E-7DE3-9BFB-25DD-F46E5AFFE623}"/>
              </a:ext>
            </a:extLst>
          </p:cNvPr>
          <p:cNvSpPr>
            <a:spLocks noGrp="1"/>
          </p:cNvSpPr>
          <p:nvPr>
            <p:ph type="sldNum" sz="quarter" idx="12"/>
          </p:nvPr>
        </p:nvSpPr>
        <p:spPr/>
        <p:txBody>
          <a:bodyPr/>
          <a:lstStyle/>
          <a:p>
            <a:fld id="{B4FEE9CB-12E9-49C0-BAFF-F989E6824D4B}" type="slidenum">
              <a:rPr lang="en-US" smtClean="0"/>
              <a:t>‹#›</a:t>
            </a:fld>
            <a:endParaRPr lang="en-US"/>
          </a:p>
        </p:txBody>
      </p:sp>
    </p:spTree>
    <p:extLst>
      <p:ext uri="{BB962C8B-B14F-4D97-AF65-F5344CB8AC3E}">
        <p14:creationId xmlns:p14="http://schemas.microsoft.com/office/powerpoint/2010/main" val="3993078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1CF23-6E03-3FFD-605F-78C4F739B9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C3F5F7-BFBA-6AD1-AC25-36E5F87672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D8964D-3B01-4D2E-9446-5BA992231601}"/>
              </a:ext>
            </a:extLst>
          </p:cNvPr>
          <p:cNvSpPr>
            <a:spLocks noGrp="1"/>
          </p:cNvSpPr>
          <p:nvPr>
            <p:ph type="dt" sz="half" idx="10"/>
          </p:nvPr>
        </p:nvSpPr>
        <p:spPr/>
        <p:txBody>
          <a:bodyPr/>
          <a:lstStyle/>
          <a:p>
            <a:fld id="{9BFF7C51-6F60-461B-90D7-E54F05DA708A}" type="datetimeFigureOut">
              <a:rPr lang="en-US" smtClean="0"/>
              <a:t>8/17/2025</a:t>
            </a:fld>
            <a:endParaRPr lang="en-US"/>
          </a:p>
        </p:txBody>
      </p:sp>
      <p:sp>
        <p:nvSpPr>
          <p:cNvPr id="5" name="Footer Placeholder 4">
            <a:extLst>
              <a:ext uri="{FF2B5EF4-FFF2-40B4-BE49-F238E27FC236}">
                <a16:creationId xmlns:a16="http://schemas.microsoft.com/office/drawing/2014/main" id="{7AD1FFE3-38B2-DBC4-19C2-368B16B94A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6A4D3F-22A1-924A-D740-1AF467CCC7A3}"/>
              </a:ext>
            </a:extLst>
          </p:cNvPr>
          <p:cNvSpPr>
            <a:spLocks noGrp="1"/>
          </p:cNvSpPr>
          <p:nvPr>
            <p:ph type="sldNum" sz="quarter" idx="12"/>
          </p:nvPr>
        </p:nvSpPr>
        <p:spPr/>
        <p:txBody>
          <a:bodyPr/>
          <a:lstStyle/>
          <a:p>
            <a:fld id="{B4FEE9CB-12E9-49C0-BAFF-F989E6824D4B}" type="slidenum">
              <a:rPr lang="en-US" smtClean="0"/>
              <a:t>‹#›</a:t>
            </a:fld>
            <a:endParaRPr lang="en-US"/>
          </a:p>
        </p:txBody>
      </p:sp>
    </p:spTree>
    <p:extLst>
      <p:ext uri="{BB962C8B-B14F-4D97-AF65-F5344CB8AC3E}">
        <p14:creationId xmlns:p14="http://schemas.microsoft.com/office/powerpoint/2010/main" val="2892287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A61CB-2CDB-34A5-4DD2-E22092D6F3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29AFC1-2DAC-481C-1163-C8D53FC731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FBE4CE-BBD7-F2D3-4023-EF48C197AAA2}"/>
              </a:ext>
            </a:extLst>
          </p:cNvPr>
          <p:cNvSpPr>
            <a:spLocks noGrp="1"/>
          </p:cNvSpPr>
          <p:nvPr>
            <p:ph type="dt" sz="half" idx="10"/>
          </p:nvPr>
        </p:nvSpPr>
        <p:spPr/>
        <p:txBody>
          <a:bodyPr/>
          <a:lstStyle/>
          <a:p>
            <a:fld id="{9BFF7C51-6F60-461B-90D7-E54F05DA708A}" type="datetimeFigureOut">
              <a:rPr lang="en-US" smtClean="0"/>
              <a:t>8/17/2025</a:t>
            </a:fld>
            <a:endParaRPr lang="en-US"/>
          </a:p>
        </p:txBody>
      </p:sp>
      <p:sp>
        <p:nvSpPr>
          <p:cNvPr id="5" name="Footer Placeholder 4">
            <a:extLst>
              <a:ext uri="{FF2B5EF4-FFF2-40B4-BE49-F238E27FC236}">
                <a16:creationId xmlns:a16="http://schemas.microsoft.com/office/drawing/2014/main" id="{D97932D9-67A7-5519-2C3F-B54A1B0934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5D8E80-DFCB-8D08-16D2-BC236097F02B}"/>
              </a:ext>
            </a:extLst>
          </p:cNvPr>
          <p:cNvSpPr>
            <a:spLocks noGrp="1"/>
          </p:cNvSpPr>
          <p:nvPr>
            <p:ph type="sldNum" sz="quarter" idx="12"/>
          </p:nvPr>
        </p:nvSpPr>
        <p:spPr/>
        <p:txBody>
          <a:bodyPr/>
          <a:lstStyle/>
          <a:p>
            <a:fld id="{B4FEE9CB-12E9-49C0-BAFF-F989E6824D4B}" type="slidenum">
              <a:rPr lang="en-US" smtClean="0"/>
              <a:t>‹#›</a:t>
            </a:fld>
            <a:endParaRPr lang="en-US"/>
          </a:p>
        </p:txBody>
      </p:sp>
    </p:spTree>
    <p:extLst>
      <p:ext uri="{BB962C8B-B14F-4D97-AF65-F5344CB8AC3E}">
        <p14:creationId xmlns:p14="http://schemas.microsoft.com/office/powerpoint/2010/main" val="1434310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83E10-41A5-D50C-F0E3-E4BFFBD337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B6FC85-3CD4-FB60-F64B-17F83E80BF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5FB1FD-30AB-98E1-38A0-E04E990730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4387DD-753C-6256-098A-3004AE73DB24}"/>
              </a:ext>
            </a:extLst>
          </p:cNvPr>
          <p:cNvSpPr>
            <a:spLocks noGrp="1"/>
          </p:cNvSpPr>
          <p:nvPr>
            <p:ph type="dt" sz="half" idx="10"/>
          </p:nvPr>
        </p:nvSpPr>
        <p:spPr/>
        <p:txBody>
          <a:bodyPr/>
          <a:lstStyle/>
          <a:p>
            <a:fld id="{9BFF7C51-6F60-461B-90D7-E54F05DA708A}" type="datetimeFigureOut">
              <a:rPr lang="en-US" smtClean="0"/>
              <a:t>8/17/2025</a:t>
            </a:fld>
            <a:endParaRPr lang="en-US"/>
          </a:p>
        </p:txBody>
      </p:sp>
      <p:sp>
        <p:nvSpPr>
          <p:cNvPr id="6" name="Footer Placeholder 5">
            <a:extLst>
              <a:ext uri="{FF2B5EF4-FFF2-40B4-BE49-F238E27FC236}">
                <a16:creationId xmlns:a16="http://schemas.microsoft.com/office/drawing/2014/main" id="{E9AC13A2-6A75-AA47-4A29-620AE2C256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D76EB2-0FCA-0B53-424F-C6E664E7804D}"/>
              </a:ext>
            </a:extLst>
          </p:cNvPr>
          <p:cNvSpPr>
            <a:spLocks noGrp="1"/>
          </p:cNvSpPr>
          <p:nvPr>
            <p:ph type="sldNum" sz="quarter" idx="12"/>
          </p:nvPr>
        </p:nvSpPr>
        <p:spPr/>
        <p:txBody>
          <a:bodyPr/>
          <a:lstStyle/>
          <a:p>
            <a:fld id="{B4FEE9CB-12E9-49C0-BAFF-F989E6824D4B}" type="slidenum">
              <a:rPr lang="en-US" smtClean="0"/>
              <a:t>‹#›</a:t>
            </a:fld>
            <a:endParaRPr lang="en-US"/>
          </a:p>
        </p:txBody>
      </p:sp>
    </p:spTree>
    <p:extLst>
      <p:ext uri="{BB962C8B-B14F-4D97-AF65-F5344CB8AC3E}">
        <p14:creationId xmlns:p14="http://schemas.microsoft.com/office/powerpoint/2010/main" val="4278011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DD632-28D2-7CDE-5950-D0EF6A31BA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506438-6CA2-67C9-1861-2F1368C08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E7195E-7954-74EB-F81E-0C36C52BBF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5E067C-2926-8F6A-4636-DCFF111FFD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724CE1-3ED6-4231-BF29-A6D9C804B9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1851AD-31E4-ACEB-C48E-87B092A603E0}"/>
              </a:ext>
            </a:extLst>
          </p:cNvPr>
          <p:cNvSpPr>
            <a:spLocks noGrp="1"/>
          </p:cNvSpPr>
          <p:nvPr>
            <p:ph type="dt" sz="half" idx="10"/>
          </p:nvPr>
        </p:nvSpPr>
        <p:spPr/>
        <p:txBody>
          <a:bodyPr/>
          <a:lstStyle/>
          <a:p>
            <a:fld id="{9BFF7C51-6F60-461B-90D7-E54F05DA708A}" type="datetimeFigureOut">
              <a:rPr lang="en-US" smtClean="0"/>
              <a:t>8/17/2025</a:t>
            </a:fld>
            <a:endParaRPr lang="en-US"/>
          </a:p>
        </p:txBody>
      </p:sp>
      <p:sp>
        <p:nvSpPr>
          <p:cNvPr id="8" name="Footer Placeholder 7">
            <a:extLst>
              <a:ext uri="{FF2B5EF4-FFF2-40B4-BE49-F238E27FC236}">
                <a16:creationId xmlns:a16="http://schemas.microsoft.com/office/drawing/2014/main" id="{029C443A-A95A-3E5F-8379-8FEC73F631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1A1A0E-DCD6-6CBA-1631-B4DADBAFBE43}"/>
              </a:ext>
            </a:extLst>
          </p:cNvPr>
          <p:cNvSpPr>
            <a:spLocks noGrp="1"/>
          </p:cNvSpPr>
          <p:nvPr>
            <p:ph type="sldNum" sz="quarter" idx="12"/>
          </p:nvPr>
        </p:nvSpPr>
        <p:spPr/>
        <p:txBody>
          <a:bodyPr/>
          <a:lstStyle/>
          <a:p>
            <a:fld id="{B4FEE9CB-12E9-49C0-BAFF-F989E6824D4B}" type="slidenum">
              <a:rPr lang="en-US" smtClean="0"/>
              <a:t>‹#›</a:t>
            </a:fld>
            <a:endParaRPr lang="en-US"/>
          </a:p>
        </p:txBody>
      </p:sp>
    </p:spTree>
    <p:extLst>
      <p:ext uri="{BB962C8B-B14F-4D97-AF65-F5344CB8AC3E}">
        <p14:creationId xmlns:p14="http://schemas.microsoft.com/office/powerpoint/2010/main" val="2868138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050C7-039C-906E-B707-9C051C9C27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CBC368-94DD-F86A-4C7C-55A5B34C83E8}"/>
              </a:ext>
            </a:extLst>
          </p:cNvPr>
          <p:cNvSpPr>
            <a:spLocks noGrp="1"/>
          </p:cNvSpPr>
          <p:nvPr>
            <p:ph type="dt" sz="half" idx="10"/>
          </p:nvPr>
        </p:nvSpPr>
        <p:spPr/>
        <p:txBody>
          <a:bodyPr/>
          <a:lstStyle/>
          <a:p>
            <a:fld id="{9BFF7C51-6F60-461B-90D7-E54F05DA708A}" type="datetimeFigureOut">
              <a:rPr lang="en-US" smtClean="0"/>
              <a:t>8/17/2025</a:t>
            </a:fld>
            <a:endParaRPr lang="en-US"/>
          </a:p>
        </p:txBody>
      </p:sp>
      <p:sp>
        <p:nvSpPr>
          <p:cNvPr id="4" name="Footer Placeholder 3">
            <a:extLst>
              <a:ext uri="{FF2B5EF4-FFF2-40B4-BE49-F238E27FC236}">
                <a16:creationId xmlns:a16="http://schemas.microsoft.com/office/drawing/2014/main" id="{C2DBF580-B7FE-95B1-1E3A-EAA8E1BE0C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538567-EDB0-E052-36ED-17BF68B6192F}"/>
              </a:ext>
            </a:extLst>
          </p:cNvPr>
          <p:cNvSpPr>
            <a:spLocks noGrp="1"/>
          </p:cNvSpPr>
          <p:nvPr>
            <p:ph type="sldNum" sz="quarter" idx="12"/>
          </p:nvPr>
        </p:nvSpPr>
        <p:spPr/>
        <p:txBody>
          <a:bodyPr/>
          <a:lstStyle/>
          <a:p>
            <a:fld id="{B4FEE9CB-12E9-49C0-BAFF-F989E6824D4B}" type="slidenum">
              <a:rPr lang="en-US" smtClean="0"/>
              <a:t>‹#›</a:t>
            </a:fld>
            <a:endParaRPr lang="en-US"/>
          </a:p>
        </p:txBody>
      </p:sp>
    </p:spTree>
    <p:extLst>
      <p:ext uri="{BB962C8B-B14F-4D97-AF65-F5344CB8AC3E}">
        <p14:creationId xmlns:p14="http://schemas.microsoft.com/office/powerpoint/2010/main" val="3005491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38134B-28C9-4FF4-B8AA-E867292B3FD2}"/>
              </a:ext>
            </a:extLst>
          </p:cNvPr>
          <p:cNvSpPr>
            <a:spLocks noGrp="1"/>
          </p:cNvSpPr>
          <p:nvPr>
            <p:ph type="dt" sz="half" idx="10"/>
          </p:nvPr>
        </p:nvSpPr>
        <p:spPr/>
        <p:txBody>
          <a:bodyPr/>
          <a:lstStyle/>
          <a:p>
            <a:fld id="{9BFF7C51-6F60-461B-90D7-E54F05DA708A}" type="datetimeFigureOut">
              <a:rPr lang="en-US" smtClean="0"/>
              <a:t>8/17/2025</a:t>
            </a:fld>
            <a:endParaRPr lang="en-US"/>
          </a:p>
        </p:txBody>
      </p:sp>
      <p:sp>
        <p:nvSpPr>
          <p:cNvPr id="3" name="Footer Placeholder 2">
            <a:extLst>
              <a:ext uri="{FF2B5EF4-FFF2-40B4-BE49-F238E27FC236}">
                <a16:creationId xmlns:a16="http://schemas.microsoft.com/office/drawing/2014/main" id="{9B8BA91F-3F8D-8091-CA31-DD6E1F0947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911C45-DC05-DD9F-637D-56201CB65A18}"/>
              </a:ext>
            </a:extLst>
          </p:cNvPr>
          <p:cNvSpPr>
            <a:spLocks noGrp="1"/>
          </p:cNvSpPr>
          <p:nvPr>
            <p:ph type="sldNum" sz="quarter" idx="12"/>
          </p:nvPr>
        </p:nvSpPr>
        <p:spPr/>
        <p:txBody>
          <a:bodyPr/>
          <a:lstStyle/>
          <a:p>
            <a:fld id="{B4FEE9CB-12E9-49C0-BAFF-F989E6824D4B}" type="slidenum">
              <a:rPr lang="en-US" smtClean="0"/>
              <a:t>‹#›</a:t>
            </a:fld>
            <a:endParaRPr lang="en-US"/>
          </a:p>
        </p:txBody>
      </p:sp>
    </p:spTree>
    <p:extLst>
      <p:ext uri="{BB962C8B-B14F-4D97-AF65-F5344CB8AC3E}">
        <p14:creationId xmlns:p14="http://schemas.microsoft.com/office/powerpoint/2010/main" val="3510514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CC0B1-2A2A-CABA-9BA4-0D58C53BCD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34994C-996F-2994-4063-2A0361C442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7D1C7D-D6F3-80E7-81DF-6458B9B63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A52DC6-BCFB-D73D-642F-9921675A18B6}"/>
              </a:ext>
            </a:extLst>
          </p:cNvPr>
          <p:cNvSpPr>
            <a:spLocks noGrp="1"/>
          </p:cNvSpPr>
          <p:nvPr>
            <p:ph type="dt" sz="half" idx="10"/>
          </p:nvPr>
        </p:nvSpPr>
        <p:spPr/>
        <p:txBody>
          <a:bodyPr/>
          <a:lstStyle/>
          <a:p>
            <a:fld id="{9BFF7C51-6F60-461B-90D7-E54F05DA708A}" type="datetimeFigureOut">
              <a:rPr lang="en-US" smtClean="0"/>
              <a:t>8/17/2025</a:t>
            </a:fld>
            <a:endParaRPr lang="en-US"/>
          </a:p>
        </p:txBody>
      </p:sp>
      <p:sp>
        <p:nvSpPr>
          <p:cNvPr id="6" name="Footer Placeholder 5">
            <a:extLst>
              <a:ext uri="{FF2B5EF4-FFF2-40B4-BE49-F238E27FC236}">
                <a16:creationId xmlns:a16="http://schemas.microsoft.com/office/drawing/2014/main" id="{68E5BD7E-4394-F1E7-43EC-1B353704D6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2CAC54-F95B-22CE-F575-CC86C6F887F7}"/>
              </a:ext>
            </a:extLst>
          </p:cNvPr>
          <p:cNvSpPr>
            <a:spLocks noGrp="1"/>
          </p:cNvSpPr>
          <p:nvPr>
            <p:ph type="sldNum" sz="quarter" idx="12"/>
          </p:nvPr>
        </p:nvSpPr>
        <p:spPr/>
        <p:txBody>
          <a:bodyPr/>
          <a:lstStyle/>
          <a:p>
            <a:fld id="{B4FEE9CB-12E9-49C0-BAFF-F989E6824D4B}" type="slidenum">
              <a:rPr lang="en-US" smtClean="0"/>
              <a:t>‹#›</a:t>
            </a:fld>
            <a:endParaRPr lang="en-US"/>
          </a:p>
        </p:txBody>
      </p:sp>
    </p:spTree>
    <p:extLst>
      <p:ext uri="{BB962C8B-B14F-4D97-AF65-F5344CB8AC3E}">
        <p14:creationId xmlns:p14="http://schemas.microsoft.com/office/powerpoint/2010/main" val="319375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BCCF7-F979-18D0-7994-76AD43CFA9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700269-8765-5211-9B7B-75170F6400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8B33791-2A3F-DA6D-EFC5-7CEE1E0585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099876-D4E3-15D7-C7C0-ED7CFCB01AE3}"/>
              </a:ext>
            </a:extLst>
          </p:cNvPr>
          <p:cNvSpPr>
            <a:spLocks noGrp="1"/>
          </p:cNvSpPr>
          <p:nvPr>
            <p:ph type="dt" sz="half" idx="10"/>
          </p:nvPr>
        </p:nvSpPr>
        <p:spPr/>
        <p:txBody>
          <a:bodyPr/>
          <a:lstStyle/>
          <a:p>
            <a:fld id="{9BFF7C51-6F60-461B-90D7-E54F05DA708A}" type="datetimeFigureOut">
              <a:rPr lang="en-US" smtClean="0"/>
              <a:t>8/17/2025</a:t>
            </a:fld>
            <a:endParaRPr lang="en-US"/>
          </a:p>
        </p:txBody>
      </p:sp>
      <p:sp>
        <p:nvSpPr>
          <p:cNvPr id="6" name="Footer Placeholder 5">
            <a:extLst>
              <a:ext uri="{FF2B5EF4-FFF2-40B4-BE49-F238E27FC236}">
                <a16:creationId xmlns:a16="http://schemas.microsoft.com/office/drawing/2014/main" id="{7EC89117-A814-C5F6-0246-C1BF5BC05B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61830A-411C-268E-255D-4BEFF65AD916}"/>
              </a:ext>
            </a:extLst>
          </p:cNvPr>
          <p:cNvSpPr>
            <a:spLocks noGrp="1"/>
          </p:cNvSpPr>
          <p:nvPr>
            <p:ph type="sldNum" sz="quarter" idx="12"/>
          </p:nvPr>
        </p:nvSpPr>
        <p:spPr/>
        <p:txBody>
          <a:bodyPr/>
          <a:lstStyle/>
          <a:p>
            <a:fld id="{B4FEE9CB-12E9-49C0-BAFF-F989E6824D4B}" type="slidenum">
              <a:rPr lang="en-US" smtClean="0"/>
              <a:t>‹#›</a:t>
            </a:fld>
            <a:endParaRPr lang="en-US"/>
          </a:p>
        </p:txBody>
      </p:sp>
    </p:spTree>
    <p:extLst>
      <p:ext uri="{BB962C8B-B14F-4D97-AF65-F5344CB8AC3E}">
        <p14:creationId xmlns:p14="http://schemas.microsoft.com/office/powerpoint/2010/main" val="178385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8072C-7F7B-C40B-F125-C669698F05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D578B4-FADA-07AA-A0BE-4C05B00DBF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E47348-50A7-9D9E-90C2-254026A2BAF5}"/>
              </a:ext>
            </a:extLst>
          </p:cNvPr>
          <p:cNvSpPr>
            <a:spLocks noGrp="1"/>
          </p:cNvSpPr>
          <p:nvPr>
            <p:ph type="dt" sz="half" idx="10"/>
          </p:nvPr>
        </p:nvSpPr>
        <p:spPr/>
        <p:txBody>
          <a:bodyPr/>
          <a:lstStyle/>
          <a:p>
            <a:fld id="{9BFF7C51-6F60-461B-90D7-E54F05DA708A}" type="datetimeFigureOut">
              <a:rPr lang="en-US" smtClean="0"/>
              <a:t>8/17/2025</a:t>
            </a:fld>
            <a:endParaRPr lang="en-US"/>
          </a:p>
        </p:txBody>
      </p:sp>
      <p:sp>
        <p:nvSpPr>
          <p:cNvPr id="5" name="Footer Placeholder 4">
            <a:extLst>
              <a:ext uri="{FF2B5EF4-FFF2-40B4-BE49-F238E27FC236}">
                <a16:creationId xmlns:a16="http://schemas.microsoft.com/office/drawing/2014/main" id="{1634D07D-8223-A13E-67FA-80F14BC95D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A58CF-DDA7-5239-CC0F-6ED3E87E585A}"/>
              </a:ext>
            </a:extLst>
          </p:cNvPr>
          <p:cNvSpPr>
            <a:spLocks noGrp="1"/>
          </p:cNvSpPr>
          <p:nvPr>
            <p:ph type="sldNum" sz="quarter" idx="12"/>
          </p:nvPr>
        </p:nvSpPr>
        <p:spPr/>
        <p:txBody>
          <a:bodyPr/>
          <a:lstStyle/>
          <a:p>
            <a:fld id="{B4FEE9CB-12E9-49C0-BAFF-F989E6824D4B}" type="slidenum">
              <a:rPr lang="en-US" smtClean="0"/>
              <a:t>‹#›</a:t>
            </a:fld>
            <a:endParaRPr lang="en-US"/>
          </a:p>
        </p:txBody>
      </p:sp>
    </p:spTree>
    <p:extLst>
      <p:ext uri="{BB962C8B-B14F-4D97-AF65-F5344CB8AC3E}">
        <p14:creationId xmlns:p14="http://schemas.microsoft.com/office/powerpoint/2010/main" val="3578869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2975F2-A5F4-DDC2-C85D-0356F7AB7F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FE257B-19F5-D662-8C50-C2461DCCA0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EEDA6F-EA1A-58BE-B056-9B61F1C5D246}"/>
              </a:ext>
            </a:extLst>
          </p:cNvPr>
          <p:cNvSpPr>
            <a:spLocks noGrp="1"/>
          </p:cNvSpPr>
          <p:nvPr>
            <p:ph type="dt" sz="half" idx="10"/>
          </p:nvPr>
        </p:nvSpPr>
        <p:spPr/>
        <p:txBody>
          <a:bodyPr/>
          <a:lstStyle/>
          <a:p>
            <a:fld id="{9BFF7C51-6F60-461B-90D7-E54F05DA708A}" type="datetimeFigureOut">
              <a:rPr lang="en-US" smtClean="0"/>
              <a:t>8/17/2025</a:t>
            </a:fld>
            <a:endParaRPr lang="en-US"/>
          </a:p>
        </p:txBody>
      </p:sp>
      <p:sp>
        <p:nvSpPr>
          <p:cNvPr id="5" name="Footer Placeholder 4">
            <a:extLst>
              <a:ext uri="{FF2B5EF4-FFF2-40B4-BE49-F238E27FC236}">
                <a16:creationId xmlns:a16="http://schemas.microsoft.com/office/drawing/2014/main" id="{45A58D49-54F9-B06D-7C69-460415D777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74BF0-BF54-299A-487A-ED78FE010252}"/>
              </a:ext>
            </a:extLst>
          </p:cNvPr>
          <p:cNvSpPr>
            <a:spLocks noGrp="1"/>
          </p:cNvSpPr>
          <p:nvPr>
            <p:ph type="sldNum" sz="quarter" idx="12"/>
          </p:nvPr>
        </p:nvSpPr>
        <p:spPr/>
        <p:txBody>
          <a:bodyPr/>
          <a:lstStyle/>
          <a:p>
            <a:fld id="{B4FEE9CB-12E9-49C0-BAFF-F989E6824D4B}" type="slidenum">
              <a:rPr lang="en-US" smtClean="0"/>
              <a:t>‹#›</a:t>
            </a:fld>
            <a:endParaRPr lang="en-US"/>
          </a:p>
        </p:txBody>
      </p:sp>
    </p:spTree>
    <p:extLst>
      <p:ext uri="{BB962C8B-B14F-4D97-AF65-F5344CB8AC3E}">
        <p14:creationId xmlns:p14="http://schemas.microsoft.com/office/powerpoint/2010/main" val="623086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146F64-9C85-8074-B25F-F92BAE5003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5C0487-B9BC-245B-8FA8-292497334D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0C8313-E1FB-2DB4-F09A-E2EB075481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BFF7C51-6F60-461B-90D7-E54F05DA708A}" type="datetimeFigureOut">
              <a:rPr lang="en-US" smtClean="0"/>
              <a:t>8/17/2025</a:t>
            </a:fld>
            <a:endParaRPr lang="en-US"/>
          </a:p>
        </p:txBody>
      </p:sp>
      <p:sp>
        <p:nvSpPr>
          <p:cNvPr id="5" name="Footer Placeholder 4">
            <a:extLst>
              <a:ext uri="{FF2B5EF4-FFF2-40B4-BE49-F238E27FC236}">
                <a16:creationId xmlns:a16="http://schemas.microsoft.com/office/drawing/2014/main" id="{D683C1D0-3C6E-D6B6-7857-E0A2D7E45F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AB6BD7A-9B34-4E83-D947-60A30B9E2E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FEE9CB-12E9-49C0-BAFF-F989E6824D4B}" type="slidenum">
              <a:rPr lang="en-US" smtClean="0"/>
              <a:t>‹#›</a:t>
            </a:fld>
            <a:endParaRPr lang="en-US"/>
          </a:p>
        </p:txBody>
      </p:sp>
    </p:spTree>
    <p:extLst>
      <p:ext uri="{BB962C8B-B14F-4D97-AF65-F5344CB8AC3E}">
        <p14:creationId xmlns:p14="http://schemas.microsoft.com/office/powerpoint/2010/main" val="959768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mendix.com/blog/agile-software-development-lifecycle-stages/" TargetMode="External"/><Relationship Id="rId2" Type="http://schemas.openxmlformats.org/officeDocument/2006/relationships/hyperlink" Target="http://www.bmc.com/blogs/agile-roles-responsibilities/"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37645-5B04-1277-04B4-41BEEB1CE4D1}"/>
              </a:ext>
            </a:extLst>
          </p:cNvPr>
          <p:cNvSpPr>
            <a:spLocks noGrp="1"/>
          </p:cNvSpPr>
          <p:nvPr>
            <p:ph type="ctrTitle"/>
          </p:nvPr>
        </p:nvSpPr>
        <p:spPr>
          <a:xfrm>
            <a:off x="2240782" y="710380"/>
            <a:ext cx="7710435" cy="123633"/>
          </a:xfrm>
        </p:spPr>
        <p:txBody>
          <a:bodyPr>
            <a:normAutofit fontScale="90000"/>
          </a:bodyPr>
          <a:lstStyle/>
          <a:p>
            <a:r>
              <a:rPr lang="en-US" dirty="0"/>
              <a:t>Agile Roles</a:t>
            </a:r>
          </a:p>
        </p:txBody>
      </p:sp>
      <p:sp>
        <p:nvSpPr>
          <p:cNvPr id="3" name="Subtitle 2">
            <a:extLst>
              <a:ext uri="{FF2B5EF4-FFF2-40B4-BE49-F238E27FC236}">
                <a16:creationId xmlns:a16="http://schemas.microsoft.com/office/drawing/2014/main" id="{574CB534-8AD0-1596-5F3E-4D0BD714FD06}"/>
              </a:ext>
            </a:extLst>
          </p:cNvPr>
          <p:cNvSpPr>
            <a:spLocks noGrp="1"/>
          </p:cNvSpPr>
          <p:nvPr>
            <p:ph type="subTitle" idx="1"/>
          </p:nvPr>
        </p:nvSpPr>
        <p:spPr>
          <a:xfrm>
            <a:off x="235974" y="929175"/>
            <a:ext cx="11818374" cy="5825585"/>
          </a:xfrm>
        </p:spPr>
        <p:txBody>
          <a:bodyPr>
            <a:normAutofit lnSpcReduction="10000"/>
          </a:bodyPr>
          <a:lstStyle/>
          <a:p>
            <a:r>
              <a:rPr lang="en-US" dirty="0"/>
              <a:t>There are three roles within an agile team: the product owner, scrum master, and developers.</a:t>
            </a:r>
          </a:p>
          <a:p>
            <a:r>
              <a:rPr lang="en-US" dirty="0"/>
              <a:t>The product owner is responsible for: Scrum backlog management, release management, stakeholder management. </a:t>
            </a:r>
          </a:p>
          <a:p>
            <a:pPr algn="l"/>
            <a:r>
              <a:rPr lang="en-US" dirty="0"/>
              <a:t>The product owner represents the stakeholders and understands the requirements of the project from the stakeholder perspective. They communicate these requirements to the rest of the agile team. </a:t>
            </a:r>
          </a:p>
          <a:p>
            <a:r>
              <a:rPr lang="en-US" dirty="0"/>
              <a:t>The scrum master is responsible for: facilitating scrum events, shielding team members from external interferences and distractions, coaching team members on the best agile practices, handling administrative tasks such as meetings, facilitating collaboration etc..</a:t>
            </a:r>
          </a:p>
          <a:p>
            <a:pPr algn="l"/>
            <a:r>
              <a:rPr lang="en-US" dirty="0"/>
              <a:t>The scrum master ensures team collaboration and focuses on transparency between agile teams and the organization. </a:t>
            </a:r>
          </a:p>
          <a:p>
            <a:r>
              <a:rPr lang="en-US" dirty="0"/>
              <a:t>The responsibility of the developers is: product design, writer, programmer, tester, and UX specialist. </a:t>
            </a:r>
          </a:p>
          <a:p>
            <a:pPr algn="l"/>
            <a:r>
              <a:rPr lang="en-US" dirty="0"/>
              <a:t>The developers are the ones that create the products, and satisfy the Definition of Done for each user story.(Raza, 2025)</a:t>
            </a:r>
          </a:p>
          <a:p>
            <a:endParaRPr lang="en-US" dirty="0"/>
          </a:p>
        </p:txBody>
      </p:sp>
    </p:spTree>
    <p:extLst>
      <p:ext uri="{BB962C8B-B14F-4D97-AF65-F5344CB8AC3E}">
        <p14:creationId xmlns:p14="http://schemas.microsoft.com/office/powerpoint/2010/main" val="2496176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49A02097-98E2-A27C-4781-5BC981A6B4EC}"/>
              </a:ext>
            </a:extLst>
          </p:cNvPr>
          <p:cNvPicPr>
            <a:picLocks noChangeAspect="1"/>
          </p:cNvPicPr>
          <p:nvPr/>
        </p:nvPicPr>
        <p:blipFill>
          <a:blip r:embed="rId2">
            <a:duotone>
              <a:schemeClr val="bg2">
                <a:shade val="45000"/>
                <a:satMod val="135000"/>
              </a:schemeClr>
              <a:prstClr val="white"/>
            </a:duotone>
          </a:blip>
          <a:srcRect t="14069" b="6425"/>
          <a:stretch>
            <a:fillRect/>
          </a:stretch>
        </p:blipFill>
        <p:spPr>
          <a:xfrm>
            <a:off x="20" y="10"/>
            <a:ext cx="12191980" cy="6857990"/>
          </a:xfrm>
          <a:prstGeom prst="rect">
            <a:avLst/>
          </a:prstGeom>
        </p:spPr>
      </p:pic>
      <p:sp>
        <p:nvSpPr>
          <p:cNvPr id="24" name="Rectangle 23">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1F4FA8-55F3-47D1-CBFB-7F57EE4162F6}"/>
              </a:ext>
            </a:extLst>
          </p:cNvPr>
          <p:cNvSpPr>
            <a:spLocks noGrp="1"/>
          </p:cNvSpPr>
          <p:nvPr>
            <p:ph type="title"/>
          </p:nvPr>
        </p:nvSpPr>
        <p:spPr>
          <a:xfrm>
            <a:off x="838200" y="365125"/>
            <a:ext cx="10515600" cy="1325563"/>
          </a:xfrm>
        </p:spPr>
        <p:txBody>
          <a:bodyPr>
            <a:normAutofit/>
          </a:bodyPr>
          <a:lstStyle/>
          <a:p>
            <a:r>
              <a:rPr lang="en-US"/>
              <a:t>Agile phases </a:t>
            </a:r>
          </a:p>
        </p:txBody>
      </p:sp>
      <p:graphicFrame>
        <p:nvGraphicFramePr>
          <p:cNvPr id="25" name="Content Placeholder 2">
            <a:extLst>
              <a:ext uri="{FF2B5EF4-FFF2-40B4-BE49-F238E27FC236}">
                <a16:creationId xmlns:a16="http://schemas.microsoft.com/office/drawing/2014/main" id="{9A84A916-6A58-4816-E699-1F45BEDCF290}"/>
              </a:ext>
            </a:extLst>
          </p:cNvPr>
          <p:cNvGraphicFramePr>
            <a:graphicFrameLocks noGrp="1"/>
          </p:cNvGraphicFramePr>
          <p:nvPr>
            <p:ph idx="1"/>
            <p:extLst>
              <p:ext uri="{D42A27DB-BD31-4B8C-83A1-F6EECF244321}">
                <p14:modId xmlns:p14="http://schemas.microsoft.com/office/powerpoint/2010/main" val="1337617482"/>
              </p:ext>
            </p:extLst>
          </p:nvPr>
        </p:nvGraphicFramePr>
        <p:xfrm>
          <a:off x="140677" y="1272346"/>
          <a:ext cx="11910646" cy="54462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5318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B4EDB-356E-D46F-2B4C-112C3AD7283E}"/>
              </a:ext>
            </a:extLst>
          </p:cNvPr>
          <p:cNvSpPr>
            <a:spLocks noGrp="1"/>
          </p:cNvSpPr>
          <p:nvPr>
            <p:ph type="title"/>
          </p:nvPr>
        </p:nvSpPr>
        <p:spPr>
          <a:xfrm>
            <a:off x="838200" y="18256"/>
            <a:ext cx="10515600" cy="846984"/>
          </a:xfrm>
        </p:spPr>
        <p:txBody>
          <a:bodyPr/>
          <a:lstStyle/>
          <a:p>
            <a:pPr algn="ctr"/>
            <a:r>
              <a:rPr lang="en-US" dirty="0"/>
              <a:t>The Waterfall model </a:t>
            </a:r>
          </a:p>
        </p:txBody>
      </p:sp>
      <p:sp>
        <p:nvSpPr>
          <p:cNvPr id="3" name="Content Placeholder 2">
            <a:extLst>
              <a:ext uri="{FF2B5EF4-FFF2-40B4-BE49-F238E27FC236}">
                <a16:creationId xmlns:a16="http://schemas.microsoft.com/office/drawing/2014/main" id="{831E72B4-998D-9038-D11A-7944ED45E6D1}"/>
              </a:ext>
            </a:extLst>
          </p:cNvPr>
          <p:cNvSpPr>
            <a:spLocks noGrp="1"/>
          </p:cNvSpPr>
          <p:nvPr>
            <p:ph idx="1"/>
          </p:nvPr>
        </p:nvSpPr>
        <p:spPr>
          <a:xfrm>
            <a:off x="98323" y="865240"/>
            <a:ext cx="11995354" cy="5974504"/>
          </a:xfrm>
        </p:spPr>
        <p:txBody>
          <a:bodyPr/>
          <a:lstStyle/>
          <a:p>
            <a:pPr marL="0" indent="0">
              <a:buNone/>
            </a:pPr>
            <a:r>
              <a:rPr lang="en-US" dirty="0"/>
              <a:t>The waterfall methodology is slightly different than the agile methodology. Instead of leaving some uncertainty to be figured out at the last possible moment like in the agile approach, the waterfall approach figures everything out, and plans everything out before any development commences.</a:t>
            </a:r>
          </a:p>
          <a:p>
            <a:pPr marL="0" indent="0">
              <a:buNone/>
            </a:pPr>
            <a:r>
              <a:rPr lang="en-US" dirty="0"/>
              <a:t>This can cause serious problems if there are aspects of the project that are difficult to determine before the development has begun. These uncertainties make it difficult to determine if the right choice has been made, sometimes by the time a catastrophic bug has been found, the team is far into the project and it is very difficult to backtrack and change things because the team had already spent a lot of time figuring things out. If this did occur then it would cost the company a lot of time and money to fix. </a:t>
            </a:r>
          </a:p>
          <a:p>
            <a:pPr marL="0" indent="0">
              <a:buNone/>
            </a:pPr>
            <a:r>
              <a:rPr lang="en-US" dirty="0"/>
              <a:t>The probability that bugs are not found until the later stages of the entire project is due to the fact that testing is done late in the process. This doesn’t allow the team to find problems early on (</a:t>
            </a:r>
            <a:r>
              <a:rPr lang="en-US" dirty="0" err="1"/>
              <a:t>Laoyan</a:t>
            </a:r>
            <a:r>
              <a:rPr lang="en-US" dirty="0"/>
              <a:t>, 2024). </a:t>
            </a:r>
          </a:p>
        </p:txBody>
      </p:sp>
    </p:spTree>
    <p:extLst>
      <p:ext uri="{BB962C8B-B14F-4D97-AF65-F5344CB8AC3E}">
        <p14:creationId xmlns:p14="http://schemas.microsoft.com/office/powerpoint/2010/main" val="4052510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B6841-066A-730B-FE87-EA1CC17C4EC0}"/>
              </a:ext>
            </a:extLst>
          </p:cNvPr>
          <p:cNvSpPr>
            <a:spLocks noGrp="1"/>
          </p:cNvSpPr>
          <p:nvPr>
            <p:ph type="title"/>
          </p:nvPr>
        </p:nvSpPr>
        <p:spPr>
          <a:xfrm>
            <a:off x="838200" y="18255"/>
            <a:ext cx="10515600" cy="738829"/>
          </a:xfrm>
        </p:spPr>
        <p:txBody>
          <a:bodyPr/>
          <a:lstStyle/>
          <a:p>
            <a:pPr algn="ctr"/>
            <a:r>
              <a:rPr lang="en-US" dirty="0"/>
              <a:t>Waterfall or Agile Methodology </a:t>
            </a:r>
          </a:p>
        </p:txBody>
      </p:sp>
      <p:sp>
        <p:nvSpPr>
          <p:cNvPr id="3" name="Content Placeholder 2">
            <a:extLst>
              <a:ext uri="{FF2B5EF4-FFF2-40B4-BE49-F238E27FC236}">
                <a16:creationId xmlns:a16="http://schemas.microsoft.com/office/drawing/2014/main" id="{8300F476-6C21-175F-CB4E-DD68173FA715}"/>
              </a:ext>
            </a:extLst>
          </p:cNvPr>
          <p:cNvSpPr>
            <a:spLocks noGrp="1"/>
          </p:cNvSpPr>
          <p:nvPr>
            <p:ph idx="1"/>
          </p:nvPr>
        </p:nvSpPr>
        <p:spPr>
          <a:xfrm>
            <a:off x="0" y="757084"/>
            <a:ext cx="12192000" cy="6082661"/>
          </a:xfrm>
        </p:spPr>
        <p:txBody>
          <a:bodyPr/>
          <a:lstStyle/>
          <a:p>
            <a:pPr marL="0" indent="0">
              <a:buNone/>
            </a:pPr>
            <a:r>
              <a:rPr lang="en-US" dirty="0"/>
              <a:t>Using the waterfall methodology would be beneficial, under certain circumstances. If the requirements are fixed and will not change, if there are no ambiguous requirements, if the project is short, and there is minimal risk, the waterfall methodology could be used effectively to complete a project successfully (</a:t>
            </a:r>
            <a:r>
              <a:rPr lang="en-US" dirty="0" err="1"/>
              <a:t>GeeksforGeeks</a:t>
            </a:r>
            <a:r>
              <a:rPr lang="en-US" dirty="0"/>
              <a:t>, 2020). </a:t>
            </a:r>
          </a:p>
          <a:p>
            <a:pPr marL="0" indent="0">
              <a:buNone/>
            </a:pPr>
            <a:r>
              <a:rPr lang="en-US" dirty="0"/>
              <a:t>When creating software, there is a lot of uncertainty, and the team needs to be able to adapt and change things constantly. Because of this  it makes the waterfall methodology ineffective. The agile methodology is particularly effective under these circumstances however. During the SNHU travel project, it was necessary to change the requirements in the middle of a sprint. Because an agile methodology was being used it was very simple to make these changes </a:t>
            </a:r>
            <a:r>
              <a:rPr lang="en-US"/>
              <a:t>with a small </a:t>
            </a:r>
            <a:r>
              <a:rPr lang="en-US" dirty="0"/>
              <a:t>amount of lost time, if any at all. </a:t>
            </a:r>
          </a:p>
          <a:p>
            <a:pPr marL="0" indent="0">
              <a:buNone/>
            </a:pPr>
            <a:endParaRPr lang="en-US" dirty="0"/>
          </a:p>
        </p:txBody>
      </p:sp>
    </p:spTree>
    <p:extLst>
      <p:ext uri="{BB962C8B-B14F-4D97-AF65-F5344CB8AC3E}">
        <p14:creationId xmlns:p14="http://schemas.microsoft.com/office/powerpoint/2010/main" val="410815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80128-94E3-D9D7-D818-64EEC4F362BB}"/>
              </a:ext>
            </a:extLst>
          </p:cNvPr>
          <p:cNvSpPr>
            <a:spLocks noGrp="1"/>
          </p:cNvSpPr>
          <p:nvPr>
            <p:ph type="ctrTitle"/>
          </p:nvPr>
        </p:nvSpPr>
        <p:spPr>
          <a:xfrm>
            <a:off x="1524000" y="0"/>
            <a:ext cx="9144000" cy="912914"/>
          </a:xfrm>
        </p:spPr>
        <p:txBody>
          <a:bodyPr>
            <a:normAutofit fontScale="90000"/>
          </a:bodyPr>
          <a:lstStyle/>
          <a:p>
            <a:r>
              <a:rPr lang="en-US" dirty="0"/>
              <a:t>References </a:t>
            </a:r>
          </a:p>
        </p:txBody>
      </p:sp>
      <p:sp>
        <p:nvSpPr>
          <p:cNvPr id="9" name="Rectangle 6">
            <a:extLst>
              <a:ext uri="{FF2B5EF4-FFF2-40B4-BE49-F238E27FC236}">
                <a16:creationId xmlns:a16="http://schemas.microsoft.com/office/drawing/2014/main" id="{FCCDA9F1-26F7-FC82-061E-B2B408295403}"/>
              </a:ext>
            </a:extLst>
          </p:cNvPr>
          <p:cNvSpPr>
            <a:spLocks noGrp="1" noChangeArrowheads="1"/>
          </p:cNvSpPr>
          <p:nvPr>
            <p:ph type="subTitle" idx="1"/>
          </p:nvPr>
        </p:nvSpPr>
        <p:spPr bwMode="auto">
          <a:xfrm>
            <a:off x="719268" y="912914"/>
            <a:ext cx="1101212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Raza, Muhammad. “Agile Roles &amp; Responsibilities.”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BMC Blogs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18 July 2025,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www.bmc.com/blogs/agile-roles-responsibilities/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877F8B7C-02FF-EFDC-4BFE-1A71B7BEB7CA}"/>
              </a:ext>
            </a:extLst>
          </p:cNvPr>
          <p:cNvSpPr>
            <a:spLocks noChangeArrowheads="1"/>
          </p:cNvSpPr>
          <p:nvPr/>
        </p:nvSpPr>
        <p:spPr bwMode="auto">
          <a:xfrm>
            <a:off x="602901" y="1410330"/>
            <a:ext cx="1032630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57056"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Van der Hoek, Jasper. “Agile Explained: The 5 Stages of the Agile Development Lifecycle.” </a:t>
            </a:r>
            <a:r>
              <a:rPr kumimoji="0" lang="en-US" altLang="en-US"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Mendix</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11 Oct. 2021,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www.mendix.com/blog/agile-software-development-lifecycle-stages/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F4A07A95-78E8-2EEB-AF15-7A03AD3940A5}"/>
              </a:ext>
            </a:extLst>
          </p:cNvPr>
          <p:cNvSpPr>
            <a:spLocks noChangeArrowheads="1"/>
          </p:cNvSpPr>
          <p:nvPr/>
        </p:nvSpPr>
        <p:spPr bwMode="auto">
          <a:xfrm>
            <a:off x="719268" y="2102827"/>
            <a:ext cx="1047391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57056"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Laoyan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Sarah. “Everything You Need to Know about Waterfall Project Management • Asana.”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Asana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26 Apr. 2024,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asana.com/resources/waterfall-project-management-methodology.</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9BB2D2CE-2D8F-A926-9FB8-A4E1A66F546E}"/>
              </a:ext>
            </a:extLst>
          </p:cNvPr>
          <p:cNvSpPr>
            <a:spLocks noChangeArrowheads="1"/>
          </p:cNvSpPr>
          <p:nvPr/>
        </p:nvSpPr>
        <p:spPr bwMode="auto">
          <a:xfrm>
            <a:off x="719268" y="2738743"/>
            <a:ext cx="8027599"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57056"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GeeksforGeeks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“When Should You Use Waterfall Model.” </a:t>
            </a:r>
            <a:r>
              <a:rPr kumimoji="0" lang="en-US" altLang="en-US"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GeeksforGeeks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30 Mar. 2020,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www.geeksforgeeks.org/software-engineering/when-should-you-use-waterfall-model/.</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321924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228</TotalTime>
  <Words>831</Words>
  <Application>Microsoft Office PowerPoint</Application>
  <PresentationFormat>Widescreen</PresentationFormat>
  <Paragraphs>29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Times New Roman</vt:lpstr>
      <vt:lpstr>Office Theme</vt:lpstr>
      <vt:lpstr>Agile Roles</vt:lpstr>
      <vt:lpstr>Agile phases </vt:lpstr>
      <vt:lpstr>The Waterfall model </vt:lpstr>
      <vt:lpstr>Waterfall or Agile Methodology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Friendly Eagle</dc:creator>
  <cp:lastModifiedBy>Friendly Eagle</cp:lastModifiedBy>
  <cp:revision>1</cp:revision>
  <dcterms:created xsi:type="dcterms:W3CDTF">2025-08-13T17:20:34Z</dcterms:created>
  <dcterms:modified xsi:type="dcterms:W3CDTF">2025-08-17T19:20:05Z</dcterms:modified>
</cp:coreProperties>
</file>